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3"/>
  </p:notesMasterIdLst>
  <p:handoutMasterIdLst>
    <p:handoutMasterId r:id="rId24"/>
  </p:handoutMasterIdLst>
  <p:sldIdLst>
    <p:sldId id="2142534874" r:id="rId6"/>
    <p:sldId id="2142534936" r:id="rId7"/>
    <p:sldId id="2142534948" r:id="rId8"/>
    <p:sldId id="2142534949" r:id="rId9"/>
    <p:sldId id="2142534942" r:id="rId10"/>
    <p:sldId id="2142534930" r:id="rId11"/>
    <p:sldId id="2142534941" r:id="rId12"/>
    <p:sldId id="2142534943" r:id="rId13"/>
    <p:sldId id="2142534858" r:id="rId14"/>
    <p:sldId id="2142534859" r:id="rId15"/>
    <p:sldId id="2142534929" r:id="rId16"/>
    <p:sldId id="2142534926" r:id="rId17"/>
    <p:sldId id="2142534950" r:id="rId18"/>
    <p:sldId id="2142534940" r:id="rId19"/>
    <p:sldId id="2142534937" r:id="rId20"/>
    <p:sldId id="2142534951" r:id="rId21"/>
    <p:sldId id="2142534945" r:id="rId2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D977A94-4290-4047-9D47-A1CA1CDD1EDA}">
          <p14:sldIdLst>
            <p14:sldId id="2142534874"/>
            <p14:sldId id="2142534936"/>
          </p14:sldIdLst>
        </p14:section>
        <p14:section name="Group Risk typologies" id="{75377494-A3B0-400F-B2B4-1813B4F8CEB8}">
          <p14:sldIdLst>
            <p14:sldId id="2142534948"/>
            <p14:sldId id="2142534949"/>
          </p14:sldIdLst>
        </p14:section>
        <p14:section name="Local specific Risk typologies" id="{25658F50-C5ED-4D58-8E2F-C68AB926EA3A}">
          <p14:sldIdLst>
            <p14:sldId id="2142534942"/>
          </p14:sldIdLst>
        </p14:section>
        <p14:section name="Risk coverage AS IS" id="{156BBBCA-81CB-405A-8892-3EB2F5831A74}">
          <p14:sldIdLst>
            <p14:sldId id="2142534930"/>
            <p14:sldId id="2142534941"/>
          </p14:sldIdLst>
        </p14:section>
        <p14:section name="Annex 1 -  Target scenarios" id="{F88F9758-3D56-4CC3-B2F4-9387127C5F1D}">
          <p14:sldIdLst>
            <p14:sldId id="2142534943"/>
            <p14:sldId id="2142534858"/>
            <p14:sldId id="2142534859"/>
            <p14:sldId id="2142534929"/>
            <p14:sldId id="2142534926"/>
            <p14:sldId id="2142534950"/>
          </p14:sldIdLst>
        </p14:section>
        <p14:section name="Annex 2  Questionnaire" id="{0CCEBA30-F65C-48C5-BC09-970FDA5AB327}">
          <p14:sldIdLst>
            <p14:sldId id="2142534940"/>
            <p14:sldId id="2142534937"/>
            <p14:sldId id="2142534951"/>
            <p14:sldId id="2142534945"/>
          </p14:sldIdLst>
        </p14:section>
      </p14:sectionLst>
    </p:ext>
    <p:ext uri="{EFAFB233-063F-42B5-8137-9DF3F51BA10A}">
      <p15:sldGuideLst xmlns:p15="http://schemas.microsoft.com/office/powerpoint/2012/main">
        <p15:guide id="1" orient="horz" pos="2136" userDrawn="1">
          <p15:clr>
            <a:srgbClr val="A4A3A4"/>
          </p15:clr>
        </p15:guide>
        <p15:guide id="2" pos="7491" userDrawn="1">
          <p15:clr>
            <a:srgbClr val="A4A3A4"/>
          </p15:clr>
        </p15:guide>
        <p15:guide id="3" pos="240" userDrawn="1">
          <p15:clr>
            <a:srgbClr val="A4A3A4"/>
          </p15:clr>
        </p15:guide>
        <p15:guide id="4" pos="7440" userDrawn="1">
          <p15:clr>
            <a:srgbClr val="A4A3A4"/>
          </p15:clr>
        </p15:guide>
        <p15:guide id="5" orient="horz" pos="845" userDrawn="1">
          <p15:clr>
            <a:srgbClr val="A4A3A4"/>
          </p15:clr>
        </p15:guide>
        <p15:guide id="6" orient="horz" pos="913" userDrawn="1">
          <p15:clr>
            <a:srgbClr val="A4A3A4"/>
          </p15:clr>
        </p15:guide>
        <p15:guide id="7" orient="horz" pos="201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BA05B-C866-D35A-FC09-8CF7857E2ACF}" name="Georgieva Gergana (UniCredit)" initials="GG(" userId="S::GERGANA.GEORGIEVA2@unicredit.eu::c30e21e7-2dab-47f8-9044-e7728f719feb" providerId="AD"/>
  <p188:author id="{1372E0F5-F27D-6DD8-4760-9F63407DEF26}" name="Emiliana Contestabile1" initials="EC" userId="S::Emiliana.Contestabile1@ibm.com::7cdd9d52-7010-4592-aad1-3148e6aba30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Eric Schwartz" initials="ES" lastIdx="12" clrIdx="4">
    <p:extLst>
      <p:ext uri="{19B8F6BF-5375-455C-9EA6-DF929625EA0E}">
        <p15:presenceInfo xmlns:p15="http://schemas.microsoft.com/office/powerpoint/2012/main" userId="b6d6f3b3-b47c-45b6-ab9a-7beeffc025ae" providerId="Windows Live"/>
      </p:ext>
    </p:extLst>
  </p:cmAuthor>
  <p:cmAuthor id="1" name="Medioli, Joseph" initials="MJ" lastIdx="21" clrIdx="0">
    <p:extLst>
      <p:ext uri="{19B8F6BF-5375-455C-9EA6-DF929625EA0E}">
        <p15:presenceInfo xmlns:p15="http://schemas.microsoft.com/office/powerpoint/2012/main" userId="S-1-5-21-1275210071-1614895754-839522115-4723" providerId="AD"/>
      </p:ext>
    </p:extLst>
  </p:cmAuthor>
  <p:cmAuthor id="8" name="Author" initials="Author" lastIdx="10" clrIdx="6">
    <p:extLst>
      <p:ext uri="{19B8F6BF-5375-455C-9EA6-DF929625EA0E}">
        <p15:presenceInfo xmlns:p15="http://schemas.microsoft.com/office/powerpoint/2012/main" userId="Author" providerId="None"/>
      </p:ext>
    </p:extLst>
  </p:cmAuthor>
  <p:cmAuthor id="2" name="Isabel Sen" initials="IS" lastIdx="15" clrIdx="1">
    <p:extLst>
      <p:ext uri="{19B8F6BF-5375-455C-9EA6-DF929625EA0E}">
        <p15:presenceInfo xmlns:p15="http://schemas.microsoft.com/office/powerpoint/2012/main" userId="Isabel Sen" providerId="None"/>
      </p:ext>
    </p:extLst>
  </p:cmAuthor>
  <p:cmAuthor id="9" name="Carlo Comporti" initials="CC" lastIdx="11" clrIdx="7">
    <p:extLst>
      <p:ext uri="{19B8F6BF-5375-455C-9EA6-DF929625EA0E}">
        <p15:presenceInfo xmlns:p15="http://schemas.microsoft.com/office/powerpoint/2012/main" userId="S::Carlo.Comporti@ibm.com::586b3007-73f3-4868-abb7-b7b9693731b1" providerId="AD"/>
      </p:ext>
    </p:extLst>
  </p:cmAuthor>
  <p:cmAuthor id="3" name="Francis, Nicholas" initials="FN" lastIdx="10" clrIdx="3">
    <p:extLst>
      <p:ext uri="{19B8F6BF-5375-455C-9EA6-DF929625EA0E}">
        <p15:presenceInfo xmlns:p15="http://schemas.microsoft.com/office/powerpoint/2012/main" userId="S-1-5-21-1275210071-1614895754-839522115-5083" providerId="AD"/>
      </p:ext>
    </p:extLst>
  </p:cmAuthor>
  <p:cmAuthor id="4" name="Buchanan, Daniel" initials="BD" lastIdx="75" clrIdx="5">
    <p:extLst>
      <p:ext uri="{19B8F6BF-5375-455C-9EA6-DF929625EA0E}">
        <p15:presenceInfo xmlns:p15="http://schemas.microsoft.com/office/powerpoint/2012/main" userId="S-1-5-21-1275210071-1614895754-839522115-4294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2664"/>
    <a:srgbClr val="C8CAC8"/>
    <a:srgbClr val="C1D2E9"/>
    <a:srgbClr val="EAF2FA"/>
    <a:srgbClr val="D9E7F7"/>
    <a:srgbClr val="E9EFF7"/>
    <a:srgbClr val="CCCCFF"/>
    <a:srgbClr val="CCECFF"/>
    <a:srgbClr val="002663"/>
    <a:srgbClr val="2037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027A82-D75A-47AD-9CBC-AC73B8207C7D}" v="1" dt="2024-10-25T16:04:22.7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guide orient="horz" pos="2136"/>
        <p:guide pos="7491"/>
        <p:guide pos="240"/>
        <p:guide pos="7440"/>
        <p:guide orient="horz" pos="845"/>
        <p:guide orient="horz" pos="913"/>
        <p:guide orient="horz" pos="2016"/>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32"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ldiz Ali Onur (UniCredit)" userId="436cd072-1d13-42d6-aa1e-b7fea816bb74" providerId="ADAL" clId="{4F6881BC-B320-4AED-9D9A-2375AC2E43E5}"/>
    <pc:docChg chg="modSld">
      <pc:chgData name="Yildiz Ali Onur (UniCredit)" userId="436cd072-1d13-42d6-aa1e-b7fea816bb74" providerId="ADAL" clId="{4F6881BC-B320-4AED-9D9A-2375AC2E43E5}" dt="2023-06-01T12:14:24.884" v="0"/>
      <pc:docMkLst>
        <pc:docMk/>
      </pc:docMkLst>
      <pc:sldChg chg="modSp">
        <pc:chgData name="Yildiz Ali Onur (UniCredit)" userId="436cd072-1d13-42d6-aa1e-b7fea816bb74" providerId="ADAL" clId="{4F6881BC-B320-4AED-9D9A-2375AC2E43E5}" dt="2023-06-01T12:14:24.884" v="0"/>
        <pc:sldMkLst>
          <pc:docMk/>
          <pc:sldMk cId="2007771466" sldId="2142534937"/>
        </pc:sldMkLst>
        <pc:graphicFrameChg chg="mod">
          <ac:chgData name="Yildiz Ali Onur (UniCredit)" userId="436cd072-1d13-42d6-aa1e-b7fea816bb74" providerId="ADAL" clId="{4F6881BC-B320-4AED-9D9A-2375AC2E43E5}" dt="2023-06-01T12:14:24.884" v="0"/>
          <ac:graphicFrameMkLst>
            <pc:docMk/>
            <pc:sldMk cId="2007771466" sldId="2142534937"/>
            <ac:graphicFrameMk id="7" creationId="{66369EDF-4A64-0655-A743-96913A293340}"/>
          </ac:graphicFrameMkLst>
        </pc:graphicFrameChg>
      </pc:sldChg>
    </pc:docChg>
  </pc:docChgLst>
  <pc:docChgLst>
    <pc:chgData name="Marasco, Francesco" userId="6f6a1133-91b9-4a09-8951-62d31080f942" providerId="ADAL" clId="{60027A82-D75A-47AD-9CBC-AC73B8207C7D}"/>
    <pc:docChg chg="modSld">
      <pc:chgData name="Marasco, Francesco" userId="6f6a1133-91b9-4a09-8951-62d31080f942" providerId="ADAL" clId="{60027A82-D75A-47AD-9CBC-AC73B8207C7D}" dt="2024-10-25T16:04:22.745" v="0"/>
      <pc:docMkLst>
        <pc:docMk/>
      </pc:docMkLst>
      <pc:sldChg chg="modSp">
        <pc:chgData name="Marasco, Francesco" userId="6f6a1133-91b9-4a09-8951-62d31080f942" providerId="ADAL" clId="{60027A82-D75A-47AD-9CBC-AC73B8207C7D}" dt="2024-10-25T16:04:22.745" v="0"/>
        <pc:sldMkLst>
          <pc:docMk/>
          <pc:sldMk cId="2007771466" sldId="2142534937"/>
        </pc:sldMkLst>
        <pc:graphicFrameChg chg="mod">
          <ac:chgData name="Marasco, Francesco" userId="6f6a1133-91b9-4a09-8951-62d31080f942" providerId="ADAL" clId="{60027A82-D75A-47AD-9CBC-AC73B8207C7D}" dt="2024-10-25T16:04:22.745" v="0"/>
          <ac:graphicFrameMkLst>
            <pc:docMk/>
            <pc:sldMk cId="2007771466" sldId="2142534937"/>
            <ac:graphicFrameMk id="7" creationId="{66369EDF-4A64-0655-A743-96913A293340}"/>
          </ac:graphicFrameMkLst>
        </pc:graphicFrameChg>
      </pc:sldChg>
    </pc:docChg>
  </pc:docChgLst>
  <pc:docChgLst>
    <pc:chgData name="Yildiz Ali Onur (UniCredit)" userId="436cd072-1d13-42d6-aa1e-b7fea816bb74" providerId="ADAL" clId="{26087551-A605-4D22-9D73-B0EE8D3E17B3}"/>
    <pc:docChg chg="modSld">
      <pc:chgData name="Yildiz Ali Onur (UniCredit)" userId="436cd072-1d13-42d6-aa1e-b7fea816bb74" providerId="ADAL" clId="{26087551-A605-4D22-9D73-B0EE8D3E17B3}" dt="2023-05-18T09:10:44.769" v="0"/>
      <pc:docMkLst>
        <pc:docMk/>
      </pc:docMkLst>
      <pc:sldChg chg="modSp">
        <pc:chgData name="Yildiz Ali Onur (UniCredit)" userId="436cd072-1d13-42d6-aa1e-b7fea816bb74" providerId="ADAL" clId="{26087551-A605-4D22-9D73-B0EE8D3E17B3}" dt="2023-05-18T09:10:44.769" v="0"/>
        <pc:sldMkLst>
          <pc:docMk/>
          <pc:sldMk cId="2007771466" sldId="2142534937"/>
        </pc:sldMkLst>
        <pc:graphicFrameChg chg="mod">
          <ac:chgData name="Yildiz Ali Onur (UniCredit)" userId="436cd072-1d13-42d6-aa1e-b7fea816bb74" providerId="ADAL" clId="{26087551-A605-4D22-9D73-B0EE8D3E17B3}" dt="2023-05-18T09:10:44.769" v="0"/>
          <ac:graphicFrameMkLst>
            <pc:docMk/>
            <pc:sldMk cId="2007771466" sldId="2142534937"/>
            <ac:graphicFrameMk id="7" creationId="{66369EDF-4A64-0655-A743-96913A293340}"/>
          </ac:graphicFrameMkLst>
        </pc:graphicFrameChg>
      </pc:sldChg>
    </pc:docChg>
  </pc:docChgLst>
  <pc:docChgLst>
    <pc:chgData name="Marrese, Andrea" userId="4afb2ab6-1d93-4486-b4c8-63ae89c1bcbe" providerId="ADAL" clId="{7D534857-03BA-4C84-852B-9FE173E9854D}"/>
    <pc:docChg chg="modSld">
      <pc:chgData name="Marrese, Andrea" userId="4afb2ab6-1d93-4486-b4c8-63ae89c1bcbe" providerId="ADAL" clId="{7D534857-03BA-4C84-852B-9FE173E9854D}" dt="2024-03-20T13:56:20.362" v="1" actId="1036"/>
      <pc:docMkLst>
        <pc:docMk/>
      </pc:docMkLst>
      <pc:sldChg chg="modSp mod">
        <pc:chgData name="Marrese, Andrea" userId="4afb2ab6-1d93-4486-b4c8-63ae89c1bcbe" providerId="ADAL" clId="{7D534857-03BA-4C84-852B-9FE173E9854D}" dt="2024-03-20T13:56:20.362" v="1" actId="1036"/>
        <pc:sldMkLst>
          <pc:docMk/>
          <pc:sldMk cId="2007771466" sldId="2142534937"/>
        </pc:sldMkLst>
        <pc:graphicFrameChg chg="mod">
          <ac:chgData name="Marrese, Andrea" userId="4afb2ab6-1d93-4486-b4c8-63ae89c1bcbe" providerId="ADAL" clId="{7D534857-03BA-4C84-852B-9FE173E9854D}" dt="2024-03-20T13:56:20.362" v="1" actId="1036"/>
          <ac:graphicFrameMkLst>
            <pc:docMk/>
            <pc:sldMk cId="2007771466" sldId="2142534937"/>
            <ac:graphicFrameMk id="4" creationId="{A85C10D3-4ACD-3AE9-84F9-1C887B112FAA}"/>
          </ac:graphicFrameMkLst>
        </pc:graphicFrameChg>
      </pc:sldChg>
    </pc:docChg>
  </pc:docChgLst>
  <pc:docChgLst>
    <pc:chgData name="Marramaldo, Marco" userId="4b13db90-b6e1-482f-b567-12e53e26bafb" providerId="ADAL" clId="{0C2E12F5-8B50-4A12-818F-842E6A7B1C63}"/>
    <pc:docChg chg="modSld">
      <pc:chgData name="Marramaldo, Marco" userId="4b13db90-b6e1-482f-b567-12e53e26bafb" providerId="ADAL" clId="{0C2E12F5-8B50-4A12-818F-842E6A7B1C63}" dt="2024-07-11T08:51:09.814" v="2"/>
      <pc:docMkLst>
        <pc:docMk/>
      </pc:docMkLst>
      <pc:sldChg chg="modSp">
        <pc:chgData name="Marramaldo, Marco" userId="4b13db90-b6e1-482f-b567-12e53e26bafb" providerId="ADAL" clId="{0C2E12F5-8B50-4A12-818F-842E6A7B1C63}" dt="2024-07-11T08:51:09.814" v="2"/>
        <pc:sldMkLst>
          <pc:docMk/>
          <pc:sldMk cId="2007771466" sldId="2142534937"/>
        </pc:sldMkLst>
        <pc:graphicFrameChg chg="mod">
          <ac:chgData name="Marramaldo, Marco" userId="4b13db90-b6e1-482f-b567-12e53e26bafb" providerId="ADAL" clId="{0C2E12F5-8B50-4A12-818F-842E6A7B1C63}" dt="2024-07-11T08:51:09.814" v="2"/>
          <ac:graphicFrameMkLst>
            <pc:docMk/>
            <pc:sldMk cId="2007771466" sldId="2142534937"/>
            <ac:graphicFrameMk id="7" creationId="{66369EDF-4A64-0655-A743-96913A293340}"/>
          </ac:graphicFrameMkLst>
        </pc:graphicFrameChg>
      </pc:sldChg>
    </pc:docChg>
  </pc:docChgLst>
  <pc:docChgLst>
    <pc:chgData name="Benvenuti, Matteo" userId="44fa29be-37f8-4a29-a6c6-a6a3a4934166" providerId="ADAL" clId="{58A58FE9-9DF4-4079-AE29-868B17AE9148}"/>
    <pc:docChg chg="modSld">
      <pc:chgData name="Benvenuti, Matteo" userId="44fa29be-37f8-4a29-a6c6-a6a3a4934166" providerId="ADAL" clId="{58A58FE9-9DF4-4079-AE29-868B17AE9148}" dt="2024-03-21T14:51:55.594" v="1"/>
      <pc:docMkLst>
        <pc:docMk/>
      </pc:docMkLst>
      <pc:sldChg chg="modSp">
        <pc:chgData name="Benvenuti, Matteo" userId="44fa29be-37f8-4a29-a6c6-a6a3a4934166" providerId="ADAL" clId="{58A58FE9-9DF4-4079-AE29-868B17AE9148}" dt="2024-03-21T14:51:55.594" v="1"/>
        <pc:sldMkLst>
          <pc:docMk/>
          <pc:sldMk cId="2007771466" sldId="2142534937"/>
        </pc:sldMkLst>
        <pc:graphicFrameChg chg="mod">
          <ac:chgData name="Benvenuti, Matteo" userId="44fa29be-37f8-4a29-a6c6-a6a3a4934166" providerId="ADAL" clId="{58A58FE9-9DF4-4079-AE29-868B17AE9148}" dt="2024-03-21T14:51:55.594" v="1"/>
          <ac:graphicFrameMkLst>
            <pc:docMk/>
            <pc:sldMk cId="2007771466" sldId="2142534937"/>
            <ac:graphicFrameMk id="7" creationId="{66369EDF-4A64-0655-A743-96913A293340}"/>
          </ac:graphicFrameMkLst>
        </pc:graphicFrameChg>
      </pc:sldChg>
    </pc:docChg>
  </pc:docChgLst>
  <pc:docChgLst>
    <pc:chgData name="Yildiz Ali Onur (UniCredit)" userId="436cd072-1d13-42d6-aa1e-b7fea816bb74" providerId="ADAL" clId="{52935D14-429E-4502-9853-3E4D8C365CDD}"/>
    <pc:docChg chg="undo custSel modSld">
      <pc:chgData name="Yildiz Ali Onur (UniCredit)" userId="436cd072-1d13-42d6-aa1e-b7fea816bb74" providerId="ADAL" clId="{52935D14-429E-4502-9853-3E4D8C365CDD}" dt="2024-03-04T14:46:28.513" v="661" actId="20577"/>
      <pc:docMkLst>
        <pc:docMk/>
      </pc:docMkLst>
      <pc:sldChg chg="modSp mod">
        <pc:chgData name="Yildiz Ali Onur (UniCredit)" userId="436cd072-1d13-42d6-aa1e-b7fea816bb74" providerId="ADAL" clId="{52935D14-429E-4502-9853-3E4D8C365CDD}" dt="2024-03-04T14:46:22.264" v="660" actId="20577"/>
        <pc:sldMkLst>
          <pc:docMk/>
          <pc:sldMk cId="3125064322" sldId="2142534858"/>
        </pc:sldMkLst>
        <pc:spChg chg="mod">
          <ac:chgData name="Yildiz Ali Onur (UniCredit)" userId="436cd072-1d13-42d6-aa1e-b7fea816bb74" providerId="ADAL" clId="{52935D14-429E-4502-9853-3E4D8C365CDD}" dt="2024-03-01T11:22:54.460" v="583" actId="14100"/>
          <ac:spMkLst>
            <pc:docMk/>
            <pc:sldMk cId="3125064322" sldId="2142534858"/>
            <ac:spMk id="21" creationId="{A535446A-B682-04F6-6B43-4FCF0E964C1A}"/>
          </ac:spMkLst>
        </pc:spChg>
        <pc:spChg chg="mod">
          <ac:chgData name="Yildiz Ali Onur (UniCredit)" userId="436cd072-1d13-42d6-aa1e-b7fea816bb74" providerId="ADAL" clId="{52935D14-429E-4502-9853-3E4D8C365CDD}" dt="2024-03-01T11:23:10.341" v="585" actId="14100"/>
          <ac:spMkLst>
            <pc:docMk/>
            <pc:sldMk cId="3125064322" sldId="2142534858"/>
            <ac:spMk id="32" creationId="{D6E407D0-6F7F-2743-43B2-E50C2F730874}"/>
          </ac:spMkLst>
        </pc:spChg>
        <pc:spChg chg="mod">
          <ac:chgData name="Yildiz Ali Onur (UniCredit)" userId="436cd072-1d13-42d6-aa1e-b7fea816bb74" providerId="ADAL" clId="{52935D14-429E-4502-9853-3E4D8C365CDD}" dt="2024-03-01T11:23:25.494" v="586" actId="14100"/>
          <ac:spMkLst>
            <pc:docMk/>
            <pc:sldMk cId="3125064322" sldId="2142534858"/>
            <ac:spMk id="36" creationId="{E8D46EE7-BD04-EC22-AAB7-1350AF27762A}"/>
          </ac:spMkLst>
        </pc:spChg>
        <pc:spChg chg="mod">
          <ac:chgData name="Yildiz Ali Onur (UniCredit)" userId="436cd072-1d13-42d6-aa1e-b7fea816bb74" providerId="ADAL" clId="{52935D14-429E-4502-9853-3E4D8C365CDD}" dt="2024-03-04T14:45:40.248" v="657" actId="14100"/>
          <ac:spMkLst>
            <pc:docMk/>
            <pc:sldMk cId="3125064322" sldId="2142534858"/>
            <ac:spMk id="63" creationId="{41C4B260-2776-31D6-D9CC-18485775E9B7}"/>
          </ac:spMkLst>
        </pc:spChg>
        <pc:spChg chg="mod">
          <ac:chgData name="Yildiz Ali Onur (UniCredit)" userId="436cd072-1d13-42d6-aa1e-b7fea816bb74" providerId="ADAL" clId="{52935D14-429E-4502-9853-3E4D8C365CDD}" dt="2024-03-04T14:46:22.264" v="660" actId="20577"/>
          <ac:spMkLst>
            <pc:docMk/>
            <pc:sldMk cId="3125064322" sldId="2142534858"/>
            <ac:spMk id="85" creationId="{1FBB1E35-D105-AF1D-9071-CFF7D2B08580}"/>
          </ac:spMkLst>
        </pc:spChg>
      </pc:sldChg>
      <pc:sldChg chg="modSp mod">
        <pc:chgData name="Yildiz Ali Onur (UniCredit)" userId="436cd072-1d13-42d6-aa1e-b7fea816bb74" providerId="ADAL" clId="{52935D14-429E-4502-9853-3E4D8C365CDD}" dt="2024-03-04T14:46:16.003" v="659" actId="20577"/>
        <pc:sldMkLst>
          <pc:docMk/>
          <pc:sldMk cId="1922553240" sldId="2142534859"/>
        </pc:sldMkLst>
        <pc:spChg chg="mod">
          <ac:chgData name="Yildiz Ali Onur (UniCredit)" userId="436cd072-1d13-42d6-aa1e-b7fea816bb74" providerId="ADAL" clId="{52935D14-429E-4502-9853-3E4D8C365CDD}" dt="2024-03-04T14:46:16.003" v="659" actId="20577"/>
          <ac:spMkLst>
            <pc:docMk/>
            <pc:sldMk cId="1922553240" sldId="2142534859"/>
            <ac:spMk id="3" creationId="{A8D9ED1C-1629-6DB3-D9A9-A85FCC43F1F3}"/>
          </ac:spMkLst>
        </pc:spChg>
        <pc:spChg chg="mod">
          <ac:chgData name="Yildiz Ali Onur (UniCredit)" userId="436cd072-1d13-42d6-aa1e-b7fea816bb74" providerId="ADAL" clId="{52935D14-429E-4502-9853-3E4D8C365CDD}" dt="2024-03-01T11:59:55.970" v="587" actId="14100"/>
          <ac:spMkLst>
            <pc:docMk/>
            <pc:sldMk cId="1922553240" sldId="2142534859"/>
            <ac:spMk id="46" creationId="{ECC17555-F46D-461B-9D54-B9F1C01D54C6}"/>
          </ac:spMkLst>
        </pc:spChg>
      </pc:sldChg>
      <pc:sldChg chg="addSp delSp modSp mod">
        <pc:chgData name="Yildiz Ali Onur (UniCredit)" userId="436cd072-1d13-42d6-aa1e-b7fea816bb74" providerId="ADAL" clId="{52935D14-429E-4502-9853-3E4D8C365CDD}" dt="2024-03-04T14:36:56.753" v="588" actId="21"/>
        <pc:sldMkLst>
          <pc:docMk/>
          <pc:sldMk cId="2302761071" sldId="2142534926"/>
        </pc:sldMkLst>
        <pc:spChg chg="mod">
          <ac:chgData name="Yildiz Ali Onur (UniCredit)" userId="436cd072-1d13-42d6-aa1e-b7fea816bb74" providerId="ADAL" clId="{52935D14-429E-4502-9853-3E4D8C365CDD}" dt="2024-03-01T11:17:22.809" v="579" actId="20577"/>
          <ac:spMkLst>
            <pc:docMk/>
            <pc:sldMk cId="2302761071" sldId="2142534926"/>
            <ac:spMk id="2" creationId="{9CDE60CD-9927-DE6D-0653-D15ABC2A926E}"/>
          </ac:spMkLst>
        </pc:spChg>
        <pc:spChg chg="mod">
          <ac:chgData name="Yildiz Ali Onur (UniCredit)" userId="436cd072-1d13-42d6-aa1e-b7fea816bb74" providerId="ADAL" clId="{52935D14-429E-4502-9853-3E4D8C365CDD}" dt="2024-03-01T11:00:05.541" v="576" actId="1076"/>
          <ac:spMkLst>
            <pc:docMk/>
            <pc:sldMk cId="2302761071" sldId="2142534926"/>
            <ac:spMk id="3" creationId="{8C44D3E1-B963-9F84-9C76-1DB27CA494B9}"/>
          </ac:spMkLst>
        </pc:spChg>
        <pc:spChg chg="mod">
          <ac:chgData name="Yildiz Ali Onur (UniCredit)" userId="436cd072-1d13-42d6-aa1e-b7fea816bb74" providerId="ADAL" clId="{52935D14-429E-4502-9853-3E4D8C365CDD}" dt="2024-03-01T11:00:05.541" v="576" actId="1076"/>
          <ac:spMkLst>
            <pc:docMk/>
            <pc:sldMk cId="2302761071" sldId="2142534926"/>
            <ac:spMk id="4" creationId="{9E3A8A04-8D9E-BC5B-9E61-ECF7288DDAE0}"/>
          </ac:spMkLst>
        </pc:spChg>
        <pc:spChg chg="mod">
          <ac:chgData name="Yildiz Ali Onur (UniCredit)" userId="436cd072-1d13-42d6-aa1e-b7fea816bb74" providerId="ADAL" clId="{52935D14-429E-4502-9853-3E4D8C365CDD}" dt="2024-03-01T11:00:05.541" v="576" actId="1076"/>
          <ac:spMkLst>
            <pc:docMk/>
            <pc:sldMk cId="2302761071" sldId="2142534926"/>
            <ac:spMk id="7" creationId="{44D9663A-C7B0-DF73-A97A-307051DCF4C9}"/>
          </ac:spMkLst>
        </pc:spChg>
        <pc:spChg chg="mod">
          <ac:chgData name="Yildiz Ali Onur (UniCredit)" userId="436cd072-1d13-42d6-aa1e-b7fea816bb74" providerId="ADAL" clId="{52935D14-429E-4502-9853-3E4D8C365CDD}" dt="2024-03-01T11:00:05.541" v="576" actId="1076"/>
          <ac:spMkLst>
            <pc:docMk/>
            <pc:sldMk cId="2302761071" sldId="2142534926"/>
            <ac:spMk id="8" creationId="{33A52F63-90DE-1661-F9A8-09550EAE6C09}"/>
          </ac:spMkLst>
        </pc:spChg>
        <pc:spChg chg="mod">
          <ac:chgData name="Yildiz Ali Onur (UniCredit)" userId="436cd072-1d13-42d6-aa1e-b7fea816bb74" providerId="ADAL" clId="{52935D14-429E-4502-9853-3E4D8C365CDD}" dt="2024-03-01T11:00:05.541" v="576" actId="1076"/>
          <ac:spMkLst>
            <pc:docMk/>
            <pc:sldMk cId="2302761071" sldId="2142534926"/>
            <ac:spMk id="9" creationId="{15F28CA3-E35C-483E-A733-7916494D47EF}"/>
          </ac:spMkLst>
        </pc:spChg>
        <pc:spChg chg="mod">
          <ac:chgData name="Yildiz Ali Onur (UniCredit)" userId="436cd072-1d13-42d6-aa1e-b7fea816bb74" providerId="ADAL" clId="{52935D14-429E-4502-9853-3E4D8C365CDD}" dt="2024-03-01T11:00:05.541" v="576" actId="1076"/>
          <ac:spMkLst>
            <pc:docMk/>
            <pc:sldMk cId="2302761071" sldId="2142534926"/>
            <ac:spMk id="10" creationId="{FB403BD6-61C5-17D5-324F-7115506BA9A7}"/>
          </ac:spMkLst>
        </pc:spChg>
        <pc:spChg chg="mod">
          <ac:chgData name="Yildiz Ali Onur (UniCredit)" userId="436cd072-1d13-42d6-aa1e-b7fea816bb74" providerId="ADAL" clId="{52935D14-429E-4502-9853-3E4D8C365CDD}" dt="2024-03-01T11:00:05.541" v="576" actId="1076"/>
          <ac:spMkLst>
            <pc:docMk/>
            <pc:sldMk cId="2302761071" sldId="2142534926"/>
            <ac:spMk id="11" creationId="{33E2D707-54C3-FBE6-545A-A55FFC51AA99}"/>
          </ac:spMkLst>
        </pc:spChg>
        <pc:spChg chg="mod">
          <ac:chgData name="Yildiz Ali Onur (UniCredit)" userId="436cd072-1d13-42d6-aa1e-b7fea816bb74" providerId="ADAL" clId="{52935D14-429E-4502-9853-3E4D8C365CDD}" dt="2024-03-01T11:00:05.541" v="576" actId="1076"/>
          <ac:spMkLst>
            <pc:docMk/>
            <pc:sldMk cId="2302761071" sldId="2142534926"/>
            <ac:spMk id="13" creationId="{0945FFB2-3911-7E8F-1F9F-908A82ECD1DC}"/>
          </ac:spMkLst>
        </pc:spChg>
        <pc:spChg chg="mod">
          <ac:chgData name="Yildiz Ali Onur (UniCredit)" userId="436cd072-1d13-42d6-aa1e-b7fea816bb74" providerId="ADAL" clId="{52935D14-429E-4502-9853-3E4D8C365CDD}" dt="2024-03-01T09:51:19.558" v="222" actId="1076"/>
          <ac:spMkLst>
            <pc:docMk/>
            <pc:sldMk cId="2302761071" sldId="2142534926"/>
            <ac:spMk id="14" creationId="{70A36752-8831-8EB3-0B15-ACACF66B52D3}"/>
          </ac:spMkLst>
        </pc:spChg>
        <pc:spChg chg="mod">
          <ac:chgData name="Yildiz Ali Onur (UniCredit)" userId="436cd072-1d13-42d6-aa1e-b7fea816bb74" providerId="ADAL" clId="{52935D14-429E-4502-9853-3E4D8C365CDD}" dt="2024-03-01T09:51:19.558" v="222" actId="1076"/>
          <ac:spMkLst>
            <pc:docMk/>
            <pc:sldMk cId="2302761071" sldId="2142534926"/>
            <ac:spMk id="15" creationId="{832D0A22-DD82-853B-2F98-A9103B01C62A}"/>
          </ac:spMkLst>
        </pc:spChg>
        <pc:spChg chg="mod">
          <ac:chgData name="Yildiz Ali Onur (UniCredit)" userId="436cd072-1d13-42d6-aa1e-b7fea816bb74" providerId="ADAL" clId="{52935D14-429E-4502-9853-3E4D8C365CDD}" dt="2024-03-01T11:00:05.541" v="576" actId="1076"/>
          <ac:spMkLst>
            <pc:docMk/>
            <pc:sldMk cId="2302761071" sldId="2142534926"/>
            <ac:spMk id="16" creationId="{1A2E3D82-D743-9702-A55F-36231DCADB84}"/>
          </ac:spMkLst>
        </pc:spChg>
        <pc:spChg chg="mod">
          <ac:chgData name="Yildiz Ali Onur (UniCredit)" userId="436cd072-1d13-42d6-aa1e-b7fea816bb74" providerId="ADAL" clId="{52935D14-429E-4502-9853-3E4D8C365CDD}" dt="2024-03-01T11:00:05.541" v="576" actId="1076"/>
          <ac:spMkLst>
            <pc:docMk/>
            <pc:sldMk cId="2302761071" sldId="2142534926"/>
            <ac:spMk id="17" creationId="{DB081BF4-F666-3B9F-A57E-4FAE10D80C09}"/>
          </ac:spMkLst>
        </pc:spChg>
        <pc:spChg chg="add del mod">
          <ac:chgData name="Yildiz Ali Onur (UniCredit)" userId="436cd072-1d13-42d6-aa1e-b7fea816bb74" providerId="ADAL" clId="{52935D14-429E-4502-9853-3E4D8C365CDD}" dt="2024-03-04T14:36:56.753" v="588" actId="21"/>
          <ac:spMkLst>
            <pc:docMk/>
            <pc:sldMk cId="2302761071" sldId="2142534926"/>
            <ac:spMk id="18" creationId="{25FB1C1D-8B6A-406C-9C3A-5A6689186427}"/>
          </ac:spMkLst>
        </pc:spChg>
        <pc:spChg chg="add del mod">
          <ac:chgData name="Yildiz Ali Onur (UniCredit)" userId="436cd072-1d13-42d6-aa1e-b7fea816bb74" providerId="ADAL" clId="{52935D14-429E-4502-9853-3E4D8C365CDD}" dt="2024-03-04T14:36:56.753" v="588" actId="21"/>
          <ac:spMkLst>
            <pc:docMk/>
            <pc:sldMk cId="2302761071" sldId="2142534926"/>
            <ac:spMk id="19" creationId="{27B399D0-BD72-61BC-4FDE-BA02C0D8012D}"/>
          </ac:spMkLst>
        </pc:spChg>
        <pc:spChg chg="add del mod">
          <ac:chgData name="Yildiz Ali Onur (UniCredit)" userId="436cd072-1d13-42d6-aa1e-b7fea816bb74" providerId="ADAL" clId="{52935D14-429E-4502-9853-3E4D8C365CDD}" dt="2024-03-04T14:36:56.753" v="588" actId="21"/>
          <ac:spMkLst>
            <pc:docMk/>
            <pc:sldMk cId="2302761071" sldId="2142534926"/>
            <ac:spMk id="20" creationId="{E4E30987-8657-F622-E0E2-FD59D1A8FF43}"/>
          </ac:spMkLst>
        </pc:spChg>
        <pc:spChg chg="add del mod">
          <ac:chgData name="Yildiz Ali Onur (UniCredit)" userId="436cd072-1d13-42d6-aa1e-b7fea816bb74" providerId="ADAL" clId="{52935D14-429E-4502-9853-3E4D8C365CDD}" dt="2024-03-04T14:36:56.753" v="588" actId="21"/>
          <ac:spMkLst>
            <pc:docMk/>
            <pc:sldMk cId="2302761071" sldId="2142534926"/>
            <ac:spMk id="21" creationId="{71650602-961B-70EF-7DE8-CBFA56A62C4E}"/>
          </ac:spMkLst>
        </pc:spChg>
        <pc:spChg chg="add del mod">
          <ac:chgData name="Yildiz Ali Onur (UniCredit)" userId="436cd072-1d13-42d6-aa1e-b7fea816bb74" providerId="ADAL" clId="{52935D14-429E-4502-9853-3E4D8C365CDD}" dt="2024-03-01T09:52:49.110" v="234" actId="478"/>
          <ac:spMkLst>
            <pc:docMk/>
            <pc:sldMk cId="2302761071" sldId="2142534926"/>
            <ac:spMk id="22" creationId="{A10443B9-F664-3465-A316-CF67AFC95E1D}"/>
          </ac:spMkLst>
        </pc:spChg>
        <pc:spChg chg="add del mod">
          <ac:chgData name="Yildiz Ali Onur (UniCredit)" userId="436cd072-1d13-42d6-aa1e-b7fea816bb74" providerId="ADAL" clId="{52935D14-429E-4502-9853-3E4D8C365CDD}" dt="2024-03-01T09:52:49.110" v="234" actId="478"/>
          <ac:spMkLst>
            <pc:docMk/>
            <pc:sldMk cId="2302761071" sldId="2142534926"/>
            <ac:spMk id="26" creationId="{D3FE3E8D-890C-1217-C9D9-7DD484504D7C}"/>
          </ac:spMkLst>
        </pc:spChg>
        <pc:spChg chg="add del mod">
          <ac:chgData name="Yildiz Ali Onur (UniCredit)" userId="436cd072-1d13-42d6-aa1e-b7fea816bb74" providerId="ADAL" clId="{52935D14-429E-4502-9853-3E4D8C365CDD}" dt="2024-03-04T14:36:56.753" v="588" actId="21"/>
          <ac:spMkLst>
            <pc:docMk/>
            <pc:sldMk cId="2302761071" sldId="2142534926"/>
            <ac:spMk id="30" creationId="{2535234D-2010-A135-E580-EAA7F1E644CC}"/>
          </ac:spMkLst>
        </pc:spChg>
        <pc:spChg chg="add del mod">
          <ac:chgData name="Yildiz Ali Onur (UniCredit)" userId="436cd072-1d13-42d6-aa1e-b7fea816bb74" providerId="ADAL" clId="{52935D14-429E-4502-9853-3E4D8C365CDD}" dt="2024-03-04T14:36:56.753" v="588" actId="21"/>
          <ac:spMkLst>
            <pc:docMk/>
            <pc:sldMk cId="2302761071" sldId="2142534926"/>
            <ac:spMk id="31" creationId="{119E018A-9FF7-A7F0-DA9F-7274E7C39935}"/>
          </ac:spMkLst>
        </pc:spChg>
        <pc:spChg chg="add del mod">
          <ac:chgData name="Yildiz Ali Onur (UniCredit)" userId="436cd072-1d13-42d6-aa1e-b7fea816bb74" providerId="ADAL" clId="{52935D14-429E-4502-9853-3E4D8C365CDD}" dt="2024-03-04T14:36:56.753" v="588" actId="21"/>
          <ac:spMkLst>
            <pc:docMk/>
            <pc:sldMk cId="2302761071" sldId="2142534926"/>
            <ac:spMk id="32" creationId="{799EFDAC-D45E-36AB-F6B9-740E75FE2398}"/>
          </ac:spMkLst>
        </pc:spChg>
        <pc:spChg chg="add del mod">
          <ac:chgData name="Yildiz Ali Onur (UniCredit)" userId="436cd072-1d13-42d6-aa1e-b7fea816bb74" providerId="ADAL" clId="{52935D14-429E-4502-9853-3E4D8C365CDD}" dt="2024-03-04T14:36:56.753" v="588" actId="21"/>
          <ac:spMkLst>
            <pc:docMk/>
            <pc:sldMk cId="2302761071" sldId="2142534926"/>
            <ac:spMk id="33" creationId="{9D7674F0-995A-D175-95BF-3CFCED8FC742}"/>
          </ac:spMkLst>
        </pc:spChg>
        <pc:spChg chg="mod">
          <ac:chgData name="Yildiz Ali Onur (UniCredit)" userId="436cd072-1d13-42d6-aa1e-b7fea816bb74" providerId="ADAL" clId="{52935D14-429E-4502-9853-3E4D8C365CDD}" dt="2024-03-01T09:51:19.558" v="222" actId="1076"/>
          <ac:spMkLst>
            <pc:docMk/>
            <pc:sldMk cId="2302761071" sldId="2142534926"/>
            <ac:spMk id="42" creationId="{BCB0E9D3-5297-1A8A-A8DB-BFEACE26E63F}"/>
          </ac:spMkLst>
        </pc:spChg>
        <pc:spChg chg="mod">
          <ac:chgData name="Yildiz Ali Onur (UniCredit)" userId="436cd072-1d13-42d6-aa1e-b7fea816bb74" providerId="ADAL" clId="{52935D14-429E-4502-9853-3E4D8C365CDD}" dt="2024-03-01T09:51:19.558" v="222" actId="1076"/>
          <ac:spMkLst>
            <pc:docMk/>
            <pc:sldMk cId="2302761071" sldId="2142534926"/>
            <ac:spMk id="43" creationId="{F7D5B8CA-5AC7-97F7-C869-B0DF75E7C700}"/>
          </ac:spMkLst>
        </pc:spChg>
        <pc:spChg chg="mod">
          <ac:chgData name="Yildiz Ali Onur (UniCredit)" userId="436cd072-1d13-42d6-aa1e-b7fea816bb74" providerId="ADAL" clId="{52935D14-429E-4502-9853-3E4D8C365CDD}" dt="2024-03-01T09:51:19.558" v="222" actId="1076"/>
          <ac:spMkLst>
            <pc:docMk/>
            <pc:sldMk cId="2302761071" sldId="2142534926"/>
            <ac:spMk id="44" creationId="{E57DE042-06BA-9104-00F0-AE9493EE197C}"/>
          </ac:spMkLst>
        </pc:spChg>
        <pc:spChg chg="mod">
          <ac:chgData name="Yildiz Ali Onur (UniCredit)" userId="436cd072-1d13-42d6-aa1e-b7fea816bb74" providerId="ADAL" clId="{52935D14-429E-4502-9853-3E4D8C365CDD}" dt="2024-03-01T09:51:19.558" v="222" actId="1076"/>
          <ac:spMkLst>
            <pc:docMk/>
            <pc:sldMk cId="2302761071" sldId="2142534926"/>
            <ac:spMk id="45" creationId="{0EEAC52F-F377-E3C0-E0C4-5D1D5403187A}"/>
          </ac:spMkLst>
        </pc:spChg>
        <pc:spChg chg="mod">
          <ac:chgData name="Yildiz Ali Onur (UniCredit)" userId="436cd072-1d13-42d6-aa1e-b7fea816bb74" providerId="ADAL" clId="{52935D14-429E-4502-9853-3E4D8C365CDD}" dt="2024-03-01T09:51:19.558" v="222" actId="1076"/>
          <ac:spMkLst>
            <pc:docMk/>
            <pc:sldMk cId="2302761071" sldId="2142534926"/>
            <ac:spMk id="46" creationId="{4DE35ED6-6AFA-5D94-C221-B79E192429B5}"/>
          </ac:spMkLst>
        </pc:spChg>
        <pc:spChg chg="mod">
          <ac:chgData name="Yildiz Ali Onur (UniCredit)" userId="436cd072-1d13-42d6-aa1e-b7fea816bb74" providerId="ADAL" clId="{52935D14-429E-4502-9853-3E4D8C365CDD}" dt="2024-03-01T09:51:19.558" v="222" actId="1076"/>
          <ac:spMkLst>
            <pc:docMk/>
            <pc:sldMk cId="2302761071" sldId="2142534926"/>
            <ac:spMk id="51" creationId="{5F2D85EE-7934-AF73-7B22-786F591917E5}"/>
          </ac:spMkLst>
        </pc:spChg>
        <pc:spChg chg="mod">
          <ac:chgData name="Yildiz Ali Onur (UniCredit)" userId="436cd072-1d13-42d6-aa1e-b7fea816bb74" providerId="ADAL" clId="{52935D14-429E-4502-9853-3E4D8C365CDD}" dt="2024-03-01T09:51:19.558" v="222" actId="1076"/>
          <ac:spMkLst>
            <pc:docMk/>
            <pc:sldMk cId="2302761071" sldId="2142534926"/>
            <ac:spMk id="53" creationId="{29A37499-804A-F25E-58D4-FFA0C89856D0}"/>
          </ac:spMkLst>
        </pc:spChg>
        <pc:spChg chg="mod">
          <ac:chgData name="Yildiz Ali Onur (UniCredit)" userId="436cd072-1d13-42d6-aa1e-b7fea816bb74" providerId="ADAL" clId="{52935D14-429E-4502-9853-3E4D8C365CDD}" dt="2024-03-01T09:51:19.558" v="222" actId="1076"/>
          <ac:spMkLst>
            <pc:docMk/>
            <pc:sldMk cId="2302761071" sldId="2142534926"/>
            <ac:spMk id="54" creationId="{1879AD31-DADA-DDF6-DA4C-5A0BCF24CC85}"/>
          </ac:spMkLst>
        </pc:spChg>
        <pc:spChg chg="mod">
          <ac:chgData name="Yildiz Ali Onur (UniCredit)" userId="436cd072-1d13-42d6-aa1e-b7fea816bb74" providerId="ADAL" clId="{52935D14-429E-4502-9853-3E4D8C365CDD}" dt="2024-03-01T09:51:19.558" v="222" actId="1076"/>
          <ac:spMkLst>
            <pc:docMk/>
            <pc:sldMk cId="2302761071" sldId="2142534926"/>
            <ac:spMk id="55" creationId="{9C227EB8-A11D-CDCA-CB1A-2E9AAB0ECF1A}"/>
          </ac:spMkLst>
        </pc:spChg>
        <pc:spChg chg="mod">
          <ac:chgData name="Yildiz Ali Onur (UniCredit)" userId="436cd072-1d13-42d6-aa1e-b7fea816bb74" providerId="ADAL" clId="{52935D14-429E-4502-9853-3E4D8C365CDD}" dt="2024-03-01T09:51:19.558" v="222" actId="1076"/>
          <ac:spMkLst>
            <pc:docMk/>
            <pc:sldMk cId="2302761071" sldId="2142534926"/>
            <ac:spMk id="56" creationId="{F91893F0-1BF9-9E5A-4ECA-A6B4C5EDEE9E}"/>
          </ac:spMkLst>
        </pc:spChg>
      </pc:sldChg>
      <pc:sldChg chg="addSp delSp modSp mod">
        <pc:chgData name="Yildiz Ali Onur (UniCredit)" userId="436cd072-1d13-42d6-aa1e-b7fea816bb74" providerId="ADAL" clId="{52935D14-429E-4502-9853-3E4D8C365CDD}" dt="2024-03-04T14:46:12.742" v="658" actId="20577"/>
        <pc:sldMkLst>
          <pc:docMk/>
          <pc:sldMk cId="2954425984" sldId="2142534929"/>
        </pc:sldMkLst>
        <pc:spChg chg="mod">
          <ac:chgData name="Yildiz Ali Onur (UniCredit)" userId="436cd072-1d13-42d6-aa1e-b7fea816bb74" providerId="ADAL" clId="{52935D14-429E-4502-9853-3E4D8C365CDD}" dt="2024-03-04T14:46:12.742" v="658" actId="20577"/>
          <ac:spMkLst>
            <pc:docMk/>
            <pc:sldMk cId="2954425984" sldId="2142534929"/>
            <ac:spMk id="6" creationId="{3F3E75BB-59C7-14C1-3599-BCAACEDA3449}"/>
          </ac:spMkLst>
        </pc:spChg>
        <pc:spChg chg="mod">
          <ac:chgData name="Yildiz Ali Onur (UniCredit)" userId="436cd072-1d13-42d6-aa1e-b7fea816bb74" providerId="ADAL" clId="{52935D14-429E-4502-9853-3E4D8C365CDD}" dt="2024-02-12T15:14:05.915" v="171" actId="14100"/>
          <ac:spMkLst>
            <pc:docMk/>
            <pc:sldMk cId="2954425984" sldId="2142534929"/>
            <ac:spMk id="10" creationId="{3E76A069-71D5-5F4E-C4CC-210AE97A41E6}"/>
          </ac:spMkLst>
        </pc:spChg>
        <pc:spChg chg="add mod">
          <ac:chgData name="Yildiz Ali Onur (UniCredit)" userId="436cd072-1d13-42d6-aa1e-b7fea816bb74" providerId="ADAL" clId="{52935D14-429E-4502-9853-3E4D8C365CDD}" dt="2024-02-12T15:12:03.769" v="156" actId="14100"/>
          <ac:spMkLst>
            <pc:docMk/>
            <pc:sldMk cId="2954425984" sldId="2142534929"/>
            <ac:spMk id="17" creationId="{84CF422E-6DC7-68E0-8F1E-64174652AFEE}"/>
          </ac:spMkLst>
        </pc:spChg>
        <pc:spChg chg="add mod">
          <ac:chgData name="Yildiz Ali Onur (UniCredit)" userId="436cd072-1d13-42d6-aa1e-b7fea816bb74" providerId="ADAL" clId="{52935D14-429E-4502-9853-3E4D8C365CDD}" dt="2024-03-04T14:40:11.024" v="624" actId="14100"/>
          <ac:spMkLst>
            <pc:docMk/>
            <pc:sldMk cId="2954425984" sldId="2142534929"/>
            <ac:spMk id="18" creationId="{B1D7EED7-A183-288F-5F24-A1EF2CB81EBB}"/>
          </ac:spMkLst>
        </pc:spChg>
        <pc:spChg chg="add del mod">
          <ac:chgData name="Yildiz Ali Onur (UniCredit)" userId="436cd072-1d13-42d6-aa1e-b7fea816bb74" providerId="ADAL" clId="{52935D14-429E-4502-9853-3E4D8C365CDD}" dt="2024-02-12T15:12:13.524" v="158"/>
          <ac:spMkLst>
            <pc:docMk/>
            <pc:sldMk cId="2954425984" sldId="2142534929"/>
            <ac:spMk id="18" creationId="{F7B09220-D9CB-1C23-1B1F-0EF14250A537}"/>
          </ac:spMkLst>
        </pc:spChg>
        <pc:spChg chg="add mod">
          <ac:chgData name="Yildiz Ali Onur (UniCredit)" userId="436cd072-1d13-42d6-aa1e-b7fea816bb74" providerId="ADAL" clId="{52935D14-429E-4502-9853-3E4D8C365CDD}" dt="2024-02-12T15:12:33.268" v="162" actId="14100"/>
          <ac:spMkLst>
            <pc:docMk/>
            <pc:sldMk cId="2954425984" sldId="2142534929"/>
            <ac:spMk id="19" creationId="{AE326D56-ACA6-1E5A-105B-6C8010696E53}"/>
          </ac:spMkLst>
        </pc:spChg>
        <pc:spChg chg="mod">
          <ac:chgData name="Yildiz Ali Onur (UniCredit)" userId="436cd072-1d13-42d6-aa1e-b7fea816bb74" providerId="ADAL" clId="{52935D14-429E-4502-9853-3E4D8C365CDD}" dt="2024-02-12T15:11:41.738" v="151" actId="1076"/>
          <ac:spMkLst>
            <pc:docMk/>
            <pc:sldMk cId="2954425984" sldId="2142534929"/>
            <ac:spMk id="20" creationId="{B16854B9-2F87-F4FF-CAE4-FBFE651F8870}"/>
          </ac:spMkLst>
        </pc:spChg>
        <pc:spChg chg="add mod ord">
          <ac:chgData name="Yildiz Ali Onur (UniCredit)" userId="436cd072-1d13-42d6-aa1e-b7fea816bb74" providerId="ADAL" clId="{52935D14-429E-4502-9853-3E4D8C365CDD}" dt="2024-02-12T16:14:25.792" v="175" actId="167"/>
          <ac:spMkLst>
            <pc:docMk/>
            <pc:sldMk cId="2954425984" sldId="2142534929"/>
            <ac:spMk id="21" creationId="{030DE46F-9709-9D82-7A2F-C8CAAF8E91CD}"/>
          </ac:spMkLst>
        </pc:spChg>
        <pc:spChg chg="add mod">
          <ac:chgData name="Yildiz Ali Onur (UniCredit)" userId="436cd072-1d13-42d6-aa1e-b7fea816bb74" providerId="ADAL" clId="{52935D14-429E-4502-9853-3E4D8C365CDD}" dt="2024-02-12T16:14:39.067" v="178" actId="14100"/>
          <ac:spMkLst>
            <pc:docMk/>
            <pc:sldMk cId="2954425984" sldId="2142534929"/>
            <ac:spMk id="23" creationId="{FE6B7817-71A0-B411-17F2-D1CD558F806C}"/>
          </ac:spMkLst>
        </pc:spChg>
        <pc:spChg chg="add mod">
          <ac:chgData name="Yildiz Ali Onur (UniCredit)" userId="436cd072-1d13-42d6-aa1e-b7fea816bb74" providerId="ADAL" clId="{52935D14-429E-4502-9853-3E4D8C365CDD}" dt="2024-03-04T14:40:39.564" v="630" actId="14100"/>
          <ac:spMkLst>
            <pc:docMk/>
            <pc:sldMk cId="2954425984" sldId="2142534929"/>
            <ac:spMk id="24" creationId="{579066B5-7FF8-43D5-985A-3F9FADDA2CBF}"/>
          </ac:spMkLst>
        </pc:spChg>
        <pc:spChg chg="add mod">
          <ac:chgData name="Yildiz Ali Onur (UniCredit)" userId="436cd072-1d13-42d6-aa1e-b7fea816bb74" providerId="ADAL" clId="{52935D14-429E-4502-9853-3E4D8C365CDD}" dt="2024-03-04T14:40:27.698" v="628" actId="14100"/>
          <ac:spMkLst>
            <pc:docMk/>
            <pc:sldMk cId="2954425984" sldId="2142534929"/>
            <ac:spMk id="25" creationId="{32E21099-ECDE-F68B-D62C-B5CDAC8C304C}"/>
          </ac:spMkLst>
        </pc:spChg>
        <pc:spChg chg="add mod">
          <ac:chgData name="Yildiz Ali Onur (UniCredit)" userId="436cd072-1d13-42d6-aa1e-b7fea816bb74" providerId="ADAL" clId="{52935D14-429E-4502-9853-3E4D8C365CDD}" dt="2024-03-04T14:39:56.168" v="622" actId="14100"/>
          <ac:spMkLst>
            <pc:docMk/>
            <pc:sldMk cId="2954425984" sldId="2142534929"/>
            <ac:spMk id="26" creationId="{593CF3AD-EBC1-C655-B89E-FF2B3014CED2}"/>
          </ac:spMkLst>
        </pc:spChg>
        <pc:spChg chg="add del mod">
          <ac:chgData name="Yildiz Ali Onur (UniCredit)" userId="436cd072-1d13-42d6-aa1e-b7fea816bb74" providerId="ADAL" clId="{52935D14-429E-4502-9853-3E4D8C365CDD}" dt="2024-03-04T14:37:36.580" v="595" actId="478"/>
          <ac:spMkLst>
            <pc:docMk/>
            <pc:sldMk cId="2954425984" sldId="2142534929"/>
            <ac:spMk id="27" creationId="{5D5D6284-7BDD-352D-3D29-79CC292D0EEE}"/>
          </ac:spMkLst>
        </pc:spChg>
        <pc:spChg chg="add del mod">
          <ac:chgData name="Yildiz Ali Onur (UniCredit)" userId="436cd072-1d13-42d6-aa1e-b7fea816bb74" providerId="ADAL" clId="{52935D14-429E-4502-9853-3E4D8C365CDD}" dt="2024-03-04T14:37:36.580" v="595" actId="478"/>
          <ac:spMkLst>
            <pc:docMk/>
            <pc:sldMk cId="2954425984" sldId="2142534929"/>
            <ac:spMk id="28" creationId="{88567987-844E-7AC7-6012-5FED9C940E2E}"/>
          </ac:spMkLst>
        </pc:spChg>
        <pc:spChg chg="add del mod">
          <ac:chgData name="Yildiz Ali Onur (UniCredit)" userId="436cd072-1d13-42d6-aa1e-b7fea816bb74" providerId="ADAL" clId="{52935D14-429E-4502-9853-3E4D8C365CDD}" dt="2024-03-04T14:37:15.597" v="592" actId="478"/>
          <ac:spMkLst>
            <pc:docMk/>
            <pc:sldMk cId="2954425984" sldId="2142534929"/>
            <ac:spMk id="29" creationId="{CF0D4BF2-9058-7EF2-A0FE-089DFDD1906D}"/>
          </ac:spMkLst>
        </pc:spChg>
        <pc:spChg chg="add del mod">
          <ac:chgData name="Yildiz Ali Onur (UniCredit)" userId="436cd072-1d13-42d6-aa1e-b7fea816bb74" providerId="ADAL" clId="{52935D14-429E-4502-9853-3E4D8C365CDD}" dt="2024-03-04T14:37:13.741" v="591" actId="478"/>
          <ac:spMkLst>
            <pc:docMk/>
            <pc:sldMk cId="2954425984" sldId="2142534929"/>
            <ac:spMk id="30" creationId="{F2DA913A-91BF-096F-2416-0018A669D174}"/>
          </ac:spMkLst>
        </pc:spChg>
        <pc:spChg chg="mod">
          <ac:chgData name="Yildiz Ali Onur (UniCredit)" userId="436cd072-1d13-42d6-aa1e-b7fea816bb74" providerId="ADAL" clId="{52935D14-429E-4502-9853-3E4D8C365CDD}" dt="2024-02-12T15:11:41.738" v="151" actId="1076"/>
          <ac:spMkLst>
            <pc:docMk/>
            <pc:sldMk cId="2954425984" sldId="2142534929"/>
            <ac:spMk id="31" creationId="{11E60629-2ACA-E652-87DD-474BE0B8FCF1}"/>
          </ac:spMkLst>
        </pc:spChg>
        <pc:spChg chg="mod">
          <ac:chgData name="Yildiz Ali Onur (UniCredit)" userId="436cd072-1d13-42d6-aa1e-b7fea816bb74" providerId="ADAL" clId="{52935D14-429E-4502-9853-3E4D8C365CDD}" dt="2024-03-04T14:38:22.506" v="604" actId="14100"/>
          <ac:spMkLst>
            <pc:docMk/>
            <pc:sldMk cId="2954425984" sldId="2142534929"/>
            <ac:spMk id="32" creationId="{20BA1CB5-0484-E4F7-5566-5D79A31AD0DA}"/>
          </ac:spMkLst>
        </pc:spChg>
        <pc:spChg chg="mod">
          <ac:chgData name="Yildiz Ali Onur (UniCredit)" userId="436cd072-1d13-42d6-aa1e-b7fea816bb74" providerId="ADAL" clId="{52935D14-429E-4502-9853-3E4D8C365CDD}" dt="2024-02-12T15:11:41.738" v="151" actId="1076"/>
          <ac:spMkLst>
            <pc:docMk/>
            <pc:sldMk cId="2954425984" sldId="2142534929"/>
            <ac:spMk id="33" creationId="{07D2F1AB-C247-1E2E-76B7-6EE3F80085D7}"/>
          </ac:spMkLst>
        </pc:spChg>
        <pc:spChg chg="mod">
          <ac:chgData name="Yildiz Ali Onur (UniCredit)" userId="436cd072-1d13-42d6-aa1e-b7fea816bb74" providerId="ADAL" clId="{52935D14-429E-4502-9853-3E4D8C365CDD}" dt="2024-02-12T15:11:41.738" v="151" actId="1076"/>
          <ac:spMkLst>
            <pc:docMk/>
            <pc:sldMk cId="2954425984" sldId="2142534929"/>
            <ac:spMk id="34" creationId="{1004A324-34D9-75BA-2D04-3E6B06C8B9A5}"/>
          </ac:spMkLst>
        </pc:spChg>
        <pc:spChg chg="mod">
          <ac:chgData name="Yildiz Ali Onur (UniCredit)" userId="436cd072-1d13-42d6-aa1e-b7fea816bb74" providerId="ADAL" clId="{52935D14-429E-4502-9853-3E4D8C365CDD}" dt="2024-02-12T15:11:41.738" v="151" actId="1076"/>
          <ac:spMkLst>
            <pc:docMk/>
            <pc:sldMk cId="2954425984" sldId="2142534929"/>
            <ac:spMk id="35" creationId="{7556927E-C240-4639-246E-0C99CBCEF469}"/>
          </ac:spMkLst>
        </pc:spChg>
        <pc:spChg chg="mod">
          <ac:chgData name="Yildiz Ali Onur (UniCredit)" userId="436cd072-1d13-42d6-aa1e-b7fea816bb74" providerId="ADAL" clId="{52935D14-429E-4502-9853-3E4D8C365CDD}" dt="2024-02-12T15:11:41.738" v="151" actId="1076"/>
          <ac:spMkLst>
            <pc:docMk/>
            <pc:sldMk cId="2954425984" sldId="2142534929"/>
            <ac:spMk id="36" creationId="{ED67FF5B-E15B-851E-3946-E0E6E88E0B0F}"/>
          </ac:spMkLst>
        </pc:spChg>
        <pc:spChg chg="mod">
          <ac:chgData name="Yildiz Ali Onur (UniCredit)" userId="436cd072-1d13-42d6-aa1e-b7fea816bb74" providerId="ADAL" clId="{52935D14-429E-4502-9853-3E4D8C365CDD}" dt="2024-02-12T15:11:41.738" v="151" actId="1076"/>
          <ac:spMkLst>
            <pc:docMk/>
            <pc:sldMk cId="2954425984" sldId="2142534929"/>
            <ac:spMk id="37" creationId="{EEB7ADEF-3935-96FF-F861-5F7108779FDC}"/>
          </ac:spMkLst>
        </pc:spChg>
        <pc:spChg chg="add mod">
          <ac:chgData name="Yildiz Ali Onur (UniCredit)" userId="436cd072-1d13-42d6-aa1e-b7fea816bb74" providerId="ADAL" clId="{52935D14-429E-4502-9853-3E4D8C365CDD}" dt="2024-03-04T14:40:19.717" v="627" actId="14100"/>
          <ac:spMkLst>
            <pc:docMk/>
            <pc:sldMk cId="2954425984" sldId="2142534929"/>
            <ac:spMk id="38" creationId="{10CDE2DF-6182-3C4D-E665-E8C0C043AA3D}"/>
          </ac:spMkLst>
        </pc:spChg>
      </pc:sldChg>
      <pc:sldChg chg="modSp mod">
        <pc:chgData name="Yildiz Ali Onur (UniCredit)" userId="436cd072-1d13-42d6-aa1e-b7fea816bb74" providerId="ADAL" clId="{52935D14-429E-4502-9853-3E4D8C365CDD}" dt="2024-03-04T14:44:58.914" v="656" actId="14100"/>
        <pc:sldMkLst>
          <pc:docMk/>
          <pc:sldMk cId="668150335" sldId="2142534930"/>
        </pc:sldMkLst>
        <pc:spChg chg="mod">
          <ac:chgData name="Yildiz Ali Onur (UniCredit)" userId="436cd072-1d13-42d6-aa1e-b7fea816bb74" providerId="ADAL" clId="{52935D14-429E-4502-9853-3E4D8C365CDD}" dt="2024-03-01T08:39:37.866" v="212" actId="20577"/>
          <ac:spMkLst>
            <pc:docMk/>
            <pc:sldMk cId="668150335" sldId="2142534930"/>
            <ac:spMk id="3" creationId="{D3A850C5-C3EF-F527-522E-BD032DC74672}"/>
          </ac:spMkLst>
        </pc:spChg>
        <pc:spChg chg="mod">
          <ac:chgData name="Yildiz Ali Onur (UniCredit)" userId="436cd072-1d13-42d6-aa1e-b7fea816bb74" providerId="ADAL" clId="{52935D14-429E-4502-9853-3E4D8C365CDD}" dt="2024-03-04T14:44:58.914" v="656" actId="14100"/>
          <ac:spMkLst>
            <pc:docMk/>
            <pc:sldMk cId="668150335" sldId="2142534930"/>
            <ac:spMk id="10" creationId="{5843EAEF-9508-C7EC-1DC2-A04F09E085A6}"/>
          </ac:spMkLst>
        </pc:spChg>
        <pc:spChg chg="mod">
          <ac:chgData name="Yildiz Ali Onur (UniCredit)" userId="436cd072-1d13-42d6-aa1e-b7fea816bb74" providerId="ADAL" clId="{52935D14-429E-4502-9853-3E4D8C365CDD}" dt="2024-03-01T09:50:36.164" v="219" actId="1076"/>
          <ac:spMkLst>
            <pc:docMk/>
            <pc:sldMk cId="668150335" sldId="2142534930"/>
            <ac:spMk id="33" creationId="{54C8AF50-3657-D995-FDEA-0048418C4B57}"/>
          </ac:spMkLst>
        </pc:spChg>
        <pc:graphicFrameChg chg="mod modGraphic">
          <ac:chgData name="Yildiz Ali Onur (UniCredit)" userId="436cd072-1d13-42d6-aa1e-b7fea816bb74" providerId="ADAL" clId="{52935D14-429E-4502-9853-3E4D8C365CDD}" dt="2024-03-01T09:50:53.863" v="221" actId="20577"/>
          <ac:graphicFrameMkLst>
            <pc:docMk/>
            <pc:sldMk cId="668150335" sldId="2142534930"/>
            <ac:graphicFrameMk id="5" creationId="{8E2040CF-EFA9-A38F-A5F5-DBBC1F93A077}"/>
          </ac:graphicFrameMkLst>
        </pc:graphicFrameChg>
      </pc:sldChg>
      <pc:sldChg chg="modSp mod">
        <pc:chgData name="Yildiz Ali Onur (UniCredit)" userId="436cd072-1d13-42d6-aa1e-b7fea816bb74" providerId="ADAL" clId="{52935D14-429E-4502-9853-3E4D8C365CDD}" dt="2024-03-04T14:44:02.695" v="654" actId="20577"/>
        <pc:sldMkLst>
          <pc:docMk/>
          <pc:sldMk cId="1648175107" sldId="2142534936"/>
        </pc:sldMkLst>
        <pc:spChg chg="mod">
          <ac:chgData name="Yildiz Ali Onur (UniCredit)" userId="436cd072-1d13-42d6-aa1e-b7fea816bb74" providerId="ADAL" clId="{52935D14-429E-4502-9853-3E4D8C365CDD}" dt="2024-03-04T14:44:02.695" v="654" actId="20577"/>
          <ac:spMkLst>
            <pc:docMk/>
            <pc:sldMk cId="1648175107" sldId="2142534936"/>
            <ac:spMk id="83" creationId="{28CB7F35-0099-4B7E-BAC9-55CC0CB9F6FA}"/>
          </ac:spMkLst>
        </pc:spChg>
      </pc:sldChg>
      <pc:sldChg chg="modSp">
        <pc:chgData name="Yildiz Ali Onur (UniCredit)" userId="436cd072-1d13-42d6-aa1e-b7fea816bb74" providerId="ADAL" clId="{52935D14-429E-4502-9853-3E4D8C365CDD}" dt="2024-02-29T13:01:14.800" v="181"/>
        <pc:sldMkLst>
          <pc:docMk/>
          <pc:sldMk cId="2007771466" sldId="2142534937"/>
        </pc:sldMkLst>
        <pc:graphicFrameChg chg="mod">
          <ac:chgData name="Yildiz Ali Onur (UniCredit)" userId="436cd072-1d13-42d6-aa1e-b7fea816bb74" providerId="ADAL" clId="{52935D14-429E-4502-9853-3E4D8C365CDD}" dt="2024-02-29T13:01:04.629" v="180"/>
          <ac:graphicFrameMkLst>
            <pc:docMk/>
            <pc:sldMk cId="2007771466" sldId="2142534937"/>
            <ac:graphicFrameMk id="4" creationId="{A85C10D3-4ACD-3AE9-84F9-1C887B112FAA}"/>
          </ac:graphicFrameMkLst>
        </pc:graphicFrameChg>
        <pc:graphicFrameChg chg="mod">
          <ac:chgData name="Yildiz Ali Onur (UniCredit)" userId="436cd072-1d13-42d6-aa1e-b7fea816bb74" providerId="ADAL" clId="{52935D14-429E-4502-9853-3E4D8C365CDD}" dt="2024-02-29T13:01:14.800" v="181"/>
          <ac:graphicFrameMkLst>
            <pc:docMk/>
            <pc:sldMk cId="2007771466" sldId="2142534937"/>
            <ac:graphicFrameMk id="7" creationId="{66369EDF-4A64-0655-A743-96913A293340}"/>
          </ac:graphicFrameMkLst>
        </pc:graphicFrameChg>
      </pc:sldChg>
      <pc:sldChg chg="modSp mod">
        <pc:chgData name="Yildiz Ali Onur (UniCredit)" userId="436cd072-1d13-42d6-aa1e-b7fea816bb74" providerId="ADAL" clId="{52935D14-429E-4502-9853-3E4D8C365CDD}" dt="2024-02-12T15:04:16.655" v="137" actId="14100"/>
        <pc:sldMkLst>
          <pc:docMk/>
          <pc:sldMk cId="1535463432" sldId="2142534942"/>
        </pc:sldMkLst>
        <pc:spChg chg="mod">
          <ac:chgData name="Yildiz Ali Onur (UniCredit)" userId="436cd072-1d13-42d6-aa1e-b7fea816bb74" providerId="ADAL" clId="{52935D14-429E-4502-9853-3E4D8C365CDD}" dt="2024-02-12T15:04:16.655" v="137" actId="14100"/>
          <ac:spMkLst>
            <pc:docMk/>
            <pc:sldMk cId="1535463432" sldId="2142534942"/>
            <ac:spMk id="14" creationId="{7BF17702-4E44-2CBF-8FCC-C9F6675EAD20}"/>
          </ac:spMkLst>
        </pc:spChg>
      </pc:sldChg>
      <pc:sldChg chg="modSp mod">
        <pc:chgData name="Yildiz Ali Onur (UniCredit)" userId="436cd072-1d13-42d6-aa1e-b7fea816bb74" providerId="ADAL" clId="{52935D14-429E-4502-9853-3E4D8C365CDD}" dt="2024-03-04T14:43:10.480" v="648" actId="20577"/>
        <pc:sldMkLst>
          <pc:docMk/>
          <pc:sldMk cId="4164466667" sldId="2142534948"/>
        </pc:sldMkLst>
        <pc:spChg chg="mod">
          <ac:chgData name="Yildiz Ali Onur (UniCredit)" userId="436cd072-1d13-42d6-aa1e-b7fea816bb74" providerId="ADAL" clId="{52935D14-429E-4502-9853-3E4D8C365CDD}" dt="2024-03-04T14:43:10.480" v="648" actId="20577"/>
          <ac:spMkLst>
            <pc:docMk/>
            <pc:sldMk cId="4164466667" sldId="2142534948"/>
            <ac:spMk id="78" creationId="{4E0BC148-655A-EFD4-5E6E-9E67DC031FBA}"/>
          </ac:spMkLst>
        </pc:spChg>
      </pc:sldChg>
      <pc:sldChg chg="addSp delSp modSp mod">
        <pc:chgData name="Yildiz Ali Onur (UniCredit)" userId="436cd072-1d13-42d6-aa1e-b7fea816bb74" providerId="ADAL" clId="{52935D14-429E-4502-9853-3E4D8C365CDD}" dt="2024-03-04T14:42:54.363" v="646" actId="14100"/>
        <pc:sldMkLst>
          <pc:docMk/>
          <pc:sldMk cId="1690531242" sldId="2142534949"/>
        </pc:sldMkLst>
        <pc:spChg chg="mod">
          <ac:chgData name="Yildiz Ali Onur (UniCredit)" userId="436cd072-1d13-42d6-aa1e-b7fea816bb74" providerId="ADAL" clId="{52935D14-429E-4502-9853-3E4D8C365CDD}" dt="2024-03-01T08:36:30.806" v="197" actId="1076"/>
          <ac:spMkLst>
            <pc:docMk/>
            <pc:sldMk cId="1690531242" sldId="2142534949"/>
            <ac:spMk id="3" creationId="{581C435B-6F05-9B6E-2BEA-E9A44AF4B726}"/>
          </ac:spMkLst>
        </pc:spChg>
        <pc:spChg chg="mod">
          <ac:chgData name="Yildiz Ali Onur (UniCredit)" userId="436cd072-1d13-42d6-aa1e-b7fea816bb74" providerId="ADAL" clId="{52935D14-429E-4502-9853-3E4D8C365CDD}" dt="2024-03-04T14:42:15.214" v="637" actId="1076"/>
          <ac:spMkLst>
            <pc:docMk/>
            <pc:sldMk cId="1690531242" sldId="2142534949"/>
            <ac:spMk id="4" creationId="{FC750A80-A184-01F0-D263-F8C84122762B}"/>
          </ac:spMkLst>
        </pc:spChg>
        <pc:spChg chg="mod">
          <ac:chgData name="Yildiz Ali Onur (UniCredit)" userId="436cd072-1d13-42d6-aa1e-b7fea816bb74" providerId="ADAL" clId="{52935D14-429E-4502-9853-3E4D8C365CDD}" dt="2024-03-04T14:42:15.214" v="637" actId="1076"/>
          <ac:spMkLst>
            <pc:docMk/>
            <pc:sldMk cId="1690531242" sldId="2142534949"/>
            <ac:spMk id="5" creationId="{425FE9B7-4BFC-AC8E-5A61-CAAF01654F8D}"/>
          </ac:spMkLst>
        </pc:spChg>
        <pc:spChg chg="mod">
          <ac:chgData name="Yildiz Ali Onur (UniCredit)" userId="436cd072-1d13-42d6-aa1e-b7fea816bb74" providerId="ADAL" clId="{52935D14-429E-4502-9853-3E4D8C365CDD}" dt="2024-03-04T14:42:15.214" v="637" actId="1076"/>
          <ac:spMkLst>
            <pc:docMk/>
            <pc:sldMk cId="1690531242" sldId="2142534949"/>
            <ac:spMk id="6" creationId="{170E9DE9-5CE9-07F7-73AD-C63698047922}"/>
          </ac:spMkLst>
        </pc:spChg>
        <pc:spChg chg="mod">
          <ac:chgData name="Yildiz Ali Onur (UniCredit)" userId="436cd072-1d13-42d6-aa1e-b7fea816bb74" providerId="ADAL" clId="{52935D14-429E-4502-9853-3E4D8C365CDD}" dt="2024-03-01T08:36:30.806" v="197" actId="1076"/>
          <ac:spMkLst>
            <pc:docMk/>
            <pc:sldMk cId="1690531242" sldId="2142534949"/>
            <ac:spMk id="7" creationId="{C660CD13-3310-A659-CD92-B20BA1838455}"/>
          </ac:spMkLst>
        </pc:spChg>
        <pc:spChg chg="add mod">
          <ac:chgData name="Yildiz Ali Onur (UniCredit)" userId="436cd072-1d13-42d6-aa1e-b7fea816bb74" providerId="ADAL" clId="{52935D14-429E-4502-9853-3E4D8C365CDD}" dt="2024-02-12T15:03:00.132" v="131" actId="14100"/>
          <ac:spMkLst>
            <pc:docMk/>
            <pc:sldMk cId="1690531242" sldId="2142534949"/>
            <ac:spMk id="8" creationId="{EE6867CE-4BE2-CDBB-C91F-5F52B97ACAD6}"/>
          </ac:spMkLst>
        </pc:spChg>
        <pc:spChg chg="add mod">
          <ac:chgData name="Yildiz Ali Onur (UniCredit)" userId="436cd072-1d13-42d6-aa1e-b7fea816bb74" providerId="ADAL" clId="{52935D14-429E-4502-9853-3E4D8C365CDD}" dt="2024-02-12T15:02:11.002" v="78" actId="1035"/>
          <ac:spMkLst>
            <pc:docMk/>
            <pc:sldMk cId="1690531242" sldId="2142534949"/>
            <ac:spMk id="10" creationId="{AEA351BA-FE1F-82BC-26F6-FA636C66E8EA}"/>
          </ac:spMkLst>
        </pc:spChg>
        <pc:spChg chg="mod">
          <ac:chgData name="Yildiz Ali Onur (UniCredit)" userId="436cd072-1d13-42d6-aa1e-b7fea816bb74" providerId="ADAL" clId="{52935D14-429E-4502-9853-3E4D8C365CDD}" dt="2024-03-04T14:42:15.214" v="637" actId="1076"/>
          <ac:spMkLst>
            <pc:docMk/>
            <pc:sldMk cId="1690531242" sldId="2142534949"/>
            <ac:spMk id="11" creationId="{2A5D6505-B1AF-C02F-E27B-7AD375F2ACC7}"/>
          </ac:spMkLst>
        </pc:spChg>
        <pc:spChg chg="add mod">
          <ac:chgData name="Yildiz Ali Onur (UniCredit)" userId="436cd072-1d13-42d6-aa1e-b7fea816bb74" providerId="ADAL" clId="{52935D14-429E-4502-9853-3E4D8C365CDD}" dt="2024-03-04T14:42:14.739" v="636" actId="1076"/>
          <ac:spMkLst>
            <pc:docMk/>
            <pc:sldMk cId="1690531242" sldId="2142534949"/>
            <ac:spMk id="13" creationId="{CF643AD0-CCD9-381D-C299-44C7CA4FB298}"/>
          </ac:spMkLst>
        </pc:spChg>
        <pc:spChg chg="mod">
          <ac:chgData name="Yildiz Ali Onur (UniCredit)" userId="436cd072-1d13-42d6-aa1e-b7fea816bb74" providerId="ADAL" clId="{52935D14-429E-4502-9853-3E4D8C365CDD}" dt="2024-03-04T14:42:15.214" v="637" actId="1076"/>
          <ac:spMkLst>
            <pc:docMk/>
            <pc:sldMk cId="1690531242" sldId="2142534949"/>
            <ac:spMk id="14" creationId="{EB3B2CF7-CFF2-0017-A8FE-A7EFA4FC4C7A}"/>
          </ac:spMkLst>
        </pc:spChg>
        <pc:spChg chg="mod">
          <ac:chgData name="Yildiz Ali Onur (UniCredit)" userId="436cd072-1d13-42d6-aa1e-b7fea816bb74" providerId="ADAL" clId="{52935D14-429E-4502-9853-3E4D8C365CDD}" dt="2024-03-01T08:37:11.322" v="203" actId="1076"/>
          <ac:spMkLst>
            <pc:docMk/>
            <pc:sldMk cId="1690531242" sldId="2142534949"/>
            <ac:spMk id="15" creationId="{4839CA2C-17E2-6C1D-D2D7-51B924AE7652}"/>
          </ac:spMkLst>
        </pc:spChg>
        <pc:spChg chg="mod">
          <ac:chgData name="Yildiz Ali Onur (UniCredit)" userId="436cd072-1d13-42d6-aa1e-b7fea816bb74" providerId="ADAL" clId="{52935D14-429E-4502-9853-3E4D8C365CDD}" dt="2024-03-01T08:36:30.806" v="197" actId="1076"/>
          <ac:spMkLst>
            <pc:docMk/>
            <pc:sldMk cId="1690531242" sldId="2142534949"/>
            <ac:spMk id="16" creationId="{643D894E-5637-032E-BEF3-4A82FEAF6547}"/>
          </ac:spMkLst>
        </pc:spChg>
        <pc:spChg chg="mod">
          <ac:chgData name="Yildiz Ali Onur (UniCredit)" userId="436cd072-1d13-42d6-aa1e-b7fea816bb74" providerId="ADAL" clId="{52935D14-429E-4502-9853-3E4D8C365CDD}" dt="2024-02-12T15:02:11.002" v="78" actId="1035"/>
          <ac:spMkLst>
            <pc:docMk/>
            <pc:sldMk cId="1690531242" sldId="2142534949"/>
            <ac:spMk id="17" creationId="{7E4E568E-5215-484B-A0FC-6B6460E6C10D}"/>
          </ac:spMkLst>
        </pc:spChg>
        <pc:spChg chg="add del mod">
          <ac:chgData name="Yildiz Ali Onur (UniCredit)" userId="436cd072-1d13-42d6-aa1e-b7fea816bb74" providerId="ADAL" clId="{52935D14-429E-4502-9853-3E4D8C365CDD}" dt="2024-03-01T08:34:44.642" v="185" actId="478"/>
          <ac:spMkLst>
            <pc:docMk/>
            <pc:sldMk cId="1690531242" sldId="2142534949"/>
            <ac:spMk id="18" creationId="{CB1B498A-02D7-65F0-A6E9-E8947C02AB0D}"/>
          </ac:spMkLst>
        </pc:spChg>
        <pc:spChg chg="add del mod">
          <ac:chgData name="Yildiz Ali Onur (UniCredit)" userId="436cd072-1d13-42d6-aa1e-b7fea816bb74" providerId="ADAL" clId="{52935D14-429E-4502-9853-3E4D8C365CDD}" dt="2024-03-01T08:35:09.533" v="189" actId="478"/>
          <ac:spMkLst>
            <pc:docMk/>
            <pc:sldMk cId="1690531242" sldId="2142534949"/>
            <ac:spMk id="19" creationId="{98C82547-0AB6-6D80-1FCC-E1DAF7AE3309}"/>
          </ac:spMkLst>
        </pc:spChg>
        <pc:spChg chg="del">
          <ac:chgData name="Yildiz Ali Onur (UniCredit)" userId="436cd072-1d13-42d6-aa1e-b7fea816bb74" providerId="ADAL" clId="{52935D14-429E-4502-9853-3E4D8C365CDD}" dt="2024-02-12T15:01:19.712" v="4" actId="478"/>
          <ac:spMkLst>
            <pc:docMk/>
            <pc:sldMk cId="1690531242" sldId="2142534949"/>
            <ac:spMk id="19" creationId="{C6A94AD0-F2D4-0959-B9BF-0D196FB64AF6}"/>
          </ac:spMkLst>
        </pc:spChg>
        <pc:spChg chg="mod">
          <ac:chgData name="Yildiz Ali Onur (UniCredit)" userId="436cd072-1d13-42d6-aa1e-b7fea816bb74" providerId="ADAL" clId="{52935D14-429E-4502-9853-3E4D8C365CDD}" dt="2024-03-04T14:42:15.214" v="637" actId="1076"/>
          <ac:spMkLst>
            <pc:docMk/>
            <pc:sldMk cId="1690531242" sldId="2142534949"/>
            <ac:spMk id="20" creationId="{71BD0ADE-600A-6B06-35F7-7032EAFF8498}"/>
          </ac:spMkLst>
        </pc:spChg>
        <pc:spChg chg="mod">
          <ac:chgData name="Yildiz Ali Onur (UniCredit)" userId="436cd072-1d13-42d6-aa1e-b7fea816bb74" providerId="ADAL" clId="{52935D14-429E-4502-9853-3E4D8C365CDD}" dt="2024-03-01T08:36:12.241" v="196" actId="1076"/>
          <ac:spMkLst>
            <pc:docMk/>
            <pc:sldMk cId="1690531242" sldId="2142534949"/>
            <ac:spMk id="21" creationId="{9796CF47-5415-D71B-7086-0FBCD5CB9CFB}"/>
          </ac:spMkLst>
        </pc:spChg>
        <pc:spChg chg="add mod">
          <ac:chgData name="Yildiz Ali Onur (UniCredit)" userId="436cd072-1d13-42d6-aa1e-b7fea816bb74" providerId="ADAL" clId="{52935D14-429E-4502-9853-3E4D8C365CDD}" dt="2024-03-04T14:42:54.363" v="646" actId="14100"/>
          <ac:spMkLst>
            <pc:docMk/>
            <pc:sldMk cId="1690531242" sldId="2142534949"/>
            <ac:spMk id="22" creationId="{E27DAE94-20C9-CC59-971B-86FFC6EE3CC9}"/>
          </ac:spMkLst>
        </pc:spChg>
        <pc:spChg chg="mod">
          <ac:chgData name="Yildiz Ali Onur (UniCredit)" userId="436cd072-1d13-42d6-aa1e-b7fea816bb74" providerId="ADAL" clId="{52935D14-429E-4502-9853-3E4D8C365CDD}" dt="2024-03-04T14:42:14.739" v="636" actId="1076"/>
          <ac:spMkLst>
            <pc:docMk/>
            <pc:sldMk cId="1690531242" sldId="2142534949"/>
            <ac:spMk id="24" creationId="{53121E93-7BD7-39C9-D47D-2B26215A3E72}"/>
          </ac:spMkLst>
        </pc:spChg>
        <pc:spChg chg="add del mod">
          <ac:chgData name="Yildiz Ali Onur (UniCredit)" userId="436cd072-1d13-42d6-aa1e-b7fea816bb74" providerId="ADAL" clId="{52935D14-429E-4502-9853-3E4D8C365CDD}" dt="2024-03-04T14:42:33.122" v="641" actId="478"/>
          <ac:spMkLst>
            <pc:docMk/>
            <pc:sldMk cId="1690531242" sldId="2142534949"/>
            <ac:spMk id="25" creationId="{B575E667-B669-388C-1C0D-F89DE70E35E4}"/>
          </ac:spMkLst>
        </pc:spChg>
        <pc:spChg chg="mod">
          <ac:chgData name="Yildiz Ali Onur (UniCredit)" userId="436cd072-1d13-42d6-aa1e-b7fea816bb74" providerId="ADAL" clId="{52935D14-429E-4502-9853-3E4D8C365CDD}" dt="2024-03-01T08:36:30.806" v="197" actId="1076"/>
          <ac:spMkLst>
            <pc:docMk/>
            <pc:sldMk cId="1690531242" sldId="2142534949"/>
            <ac:spMk id="26" creationId="{07D53643-6E2F-14C4-F430-90EBB0CD94C0}"/>
          </ac:spMkLst>
        </pc:spChg>
        <pc:spChg chg="add mod">
          <ac:chgData name="Yildiz Ali Onur (UniCredit)" userId="436cd072-1d13-42d6-aa1e-b7fea816bb74" providerId="ADAL" clId="{52935D14-429E-4502-9853-3E4D8C365CDD}" dt="2024-03-01T08:37:01.731" v="202" actId="1076"/>
          <ac:spMkLst>
            <pc:docMk/>
            <pc:sldMk cId="1690531242" sldId="2142534949"/>
            <ac:spMk id="27" creationId="{F9FB1774-8147-19D3-4830-C7D0F52595D7}"/>
          </ac:spMkLst>
        </pc:spChg>
        <pc:spChg chg="mod">
          <ac:chgData name="Yildiz Ali Onur (UniCredit)" userId="436cd072-1d13-42d6-aa1e-b7fea816bb74" providerId="ADAL" clId="{52935D14-429E-4502-9853-3E4D8C365CDD}" dt="2024-03-01T08:36:30.806" v="197" actId="1076"/>
          <ac:spMkLst>
            <pc:docMk/>
            <pc:sldMk cId="1690531242" sldId="2142534949"/>
            <ac:spMk id="28" creationId="{F7113ABE-5A50-5FBE-1779-4D09652FCD66}"/>
          </ac:spMkLst>
        </pc:spChg>
        <pc:spChg chg="del">
          <ac:chgData name="Yildiz Ali Onur (UniCredit)" userId="436cd072-1d13-42d6-aa1e-b7fea816bb74" providerId="ADAL" clId="{52935D14-429E-4502-9853-3E4D8C365CDD}" dt="2024-02-12T15:00:43.475" v="0" actId="478"/>
          <ac:spMkLst>
            <pc:docMk/>
            <pc:sldMk cId="1690531242" sldId="2142534949"/>
            <ac:spMk id="31" creationId="{1D238C1A-B12F-3E2C-7720-17C66FE69A62}"/>
          </ac:spMkLst>
        </pc:spChg>
        <pc:spChg chg="add del mod">
          <ac:chgData name="Yildiz Ali Onur (UniCredit)" userId="436cd072-1d13-42d6-aa1e-b7fea816bb74" providerId="ADAL" clId="{52935D14-429E-4502-9853-3E4D8C365CDD}" dt="2024-03-04T14:42:27.688" v="639"/>
          <ac:spMkLst>
            <pc:docMk/>
            <pc:sldMk cId="1690531242" sldId="2142534949"/>
            <ac:spMk id="31" creationId="{598087C3-D7CE-3E7B-7DE0-CF73EB30C06E}"/>
          </ac:spMkLst>
        </pc:spChg>
        <pc:spChg chg="add mod">
          <ac:chgData name="Yildiz Ali Onur (UniCredit)" userId="436cd072-1d13-42d6-aa1e-b7fea816bb74" providerId="ADAL" clId="{52935D14-429E-4502-9853-3E4D8C365CDD}" dt="2024-03-04T14:42:44.664" v="644" actId="14100"/>
          <ac:spMkLst>
            <pc:docMk/>
            <pc:sldMk cId="1690531242" sldId="2142534949"/>
            <ac:spMk id="32" creationId="{F315981A-5ABD-8500-FCA4-FD617B429AF6}"/>
          </ac:spMkLst>
        </pc:spChg>
        <pc:spChg chg="mod">
          <ac:chgData name="Yildiz Ali Onur (UniCredit)" userId="436cd072-1d13-42d6-aa1e-b7fea816bb74" providerId="ADAL" clId="{52935D14-429E-4502-9853-3E4D8C365CDD}" dt="2024-02-12T15:03:19.585" v="132" actId="14100"/>
          <ac:spMkLst>
            <pc:docMk/>
            <pc:sldMk cId="1690531242" sldId="2142534949"/>
            <ac:spMk id="44" creationId="{9F74072C-347C-D868-632E-E9F57AC6653D}"/>
          </ac:spMkLst>
        </pc:spChg>
        <pc:spChg chg="mod">
          <ac:chgData name="Yildiz Ali Onur (UniCredit)" userId="436cd072-1d13-42d6-aa1e-b7fea816bb74" providerId="ADAL" clId="{52935D14-429E-4502-9853-3E4D8C365CDD}" dt="2024-03-04T14:42:15.214" v="637" actId="1076"/>
          <ac:spMkLst>
            <pc:docMk/>
            <pc:sldMk cId="1690531242" sldId="2142534949"/>
            <ac:spMk id="46" creationId="{664DC402-0A18-AEC9-CD7B-F3AA66010D96}"/>
          </ac:spMkLst>
        </pc:spChg>
        <pc:spChg chg="mod">
          <ac:chgData name="Yildiz Ali Onur (UniCredit)" userId="436cd072-1d13-42d6-aa1e-b7fea816bb74" providerId="ADAL" clId="{52935D14-429E-4502-9853-3E4D8C365CDD}" dt="2024-03-04T14:42:15.214" v="637" actId="1076"/>
          <ac:spMkLst>
            <pc:docMk/>
            <pc:sldMk cId="1690531242" sldId="2142534949"/>
            <ac:spMk id="47" creationId="{0F600C20-636B-E4C2-0DC7-04848F2FA1CC}"/>
          </ac:spMkLst>
        </pc:spChg>
        <pc:spChg chg="mod">
          <ac:chgData name="Yildiz Ali Onur (UniCredit)" userId="436cd072-1d13-42d6-aa1e-b7fea816bb74" providerId="ADAL" clId="{52935D14-429E-4502-9853-3E4D8C365CDD}" dt="2024-03-04T14:42:15.214" v="637" actId="1076"/>
          <ac:spMkLst>
            <pc:docMk/>
            <pc:sldMk cId="1690531242" sldId="2142534949"/>
            <ac:spMk id="72" creationId="{29E90CE1-FD3A-7F91-BBC2-284EDF07FF0D}"/>
          </ac:spMkLst>
        </pc:spChg>
        <pc:spChg chg="mod">
          <ac:chgData name="Yildiz Ali Onur (UniCredit)" userId="436cd072-1d13-42d6-aa1e-b7fea816bb74" providerId="ADAL" clId="{52935D14-429E-4502-9853-3E4D8C365CDD}" dt="2024-03-04T14:42:15.214" v="637" actId="1076"/>
          <ac:spMkLst>
            <pc:docMk/>
            <pc:sldMk cId="1690531242" sldId="2142534949"/>
            <ac:spMk id="75" creationId="{794E4963-03C0-F33B-1C49-83985508BD39}"/>
          </ac:spMkLst>
        </pc:spChg>
        <pc:spChg chg="mod">
          <ac:chgData name="Yildiz Ali Onur (UniCredit)" userId="436cd072-1d13-42d6-aa1e-b7fea816bb74" providerId="ADAL" clId="{52935D14-429E-4502-9853-3E4D8C365CDD}" dt="2024-02-12T15:03:28.761" v="133" actId="14100"/>
          <ac:spMkLst>
            <pc:docMk/>
            <pc:sldMk cId="1690531242" sldId="2142534949"/>
            <ac:spMk id="78" creationId="{4178390F-505A-0DDD-775D-0B8A60640442}"/>
          </ac:spMkLst>
        </pc:spChg>
        <pc:spChg chg="mod">
          <ac:chgData name="Yildiz Ali Onur (UniCredit)" userId="436cd072-1d13-42d6-aa1e-b7fea816bb74" providerId="ADAL" clId="{52935D14-429E-4502-9853-3E4D8C365CDD}" dt="2024-03-04T14:42:15.214" v="637" actId="1076"/>
          <ac:spMkLst>
            <pc:docMk/>
            <pc:sldMk cId="1690531242" sldId="2142534949"/>
            <ac:spMk id="93" creationId="{7DB8BF8A-1D04-4C6E-BE56-06F41F2749FD}"/>
          </ac:spMkLst>
        </pc:spChg>
        <pc:spChg chg="mod">
          <ac:chgData name="Yildiz Ali Onur (UniCredit)" userId="436cd072-1d13-42d6-aa1e-b7fea816bb74" providerId="ADAL" clId="{52935D14-429E-4502-9853-3E4D8C365CDD}" dt="2024-02-12T15:03:44.114" v="136" actId="14100"/>
          <ac:spMkLst>
            <pc:docMk/>
            <pc:sldMk cId="1690531242" sldId="2142534949"/>
            <ac:spMk id="94" creationId="{51FBD514-19E8-4E2E-A803-FC257B84008C}"/>
          </ac:spMkLst>
        </pc:spChg>
        <pc:picChg chg="mod">
          <ac:chgData name="Yildiz Ali Onur (UniCredit)" userId="436cd072-1d13-42d6-aa1e-b7fea816bb74" providerId="ADAL" clId="{52935D14-429E-4502-9853-3E4D8C365CDD}" dt="2024-03-04T14:42:15.214" v="637" actId="1076"/>
          <ac:picMkLst>
            <pc:docMk/>
            <pc:sldMk cId="1690531242" sldId="2142534949"/>
            <ac:picMk id="97" creationId="{3BD43495-9CDE-4699-AD47-D5BB6AABF2BB}"/>
          </ac:picMkLst>
        </pc:picChg>
      </pc:sldChg>
      <pc:sldChg chg="delSp modSp mod">
        <pc:chgData name="Yildiz Ali Onur (UniCredit)" userId="436cd072-1d13-42d6-aa1e-b7fea816bb74" providerId="ADAL" clId="{52935D14-429E-4502-9853-3E4D8C365CDD}" dt="2024-03-04T14:46:28.513" v="661" actId="20577"/>
        <pc:sldMkLst>
          <pc:docMk/>
          <pc:sldMk cId="1117909436" sldId="2142534950"/>
        </pc:sldMkLst>
        <pc:spChg chg="mod">
          <ac:chgData name="Yildiz Ali Onur (UniCredit)" userId="436cd072-1d13-42d6-aa1e-b7fea816bb74" providerId="ADAL" clId="{52935D14-429E-4502-9853-3E4D8C365CDD}" dt="2024-03-04T14:46:28.513" v="661" actId="20577"/>
          <ac:spMkLst>
            <pc:docMk/>
            <pc:sldMk cId="1117909436" sldId="2142534950"/>
            <ac:spMk id="4" creationId="{59FA7192-64C5-A875-E28E-B1ACD11A7602}"/>
          </ac:spMkLst>
        </pc:spChg>
        <pc:spChg chg="del">
          <ac:chgData name="Yildiz Ali Onur (UniCredit)" userId="436cd072-1d13-42d6-aa1e-b7fea816bb74" providerId="ADAL" clId="{52935D14-429E-4502-9853-3E4D8C365CDD}" dt="2024-02-12T15:12:58.856" v="163" actId="478"/>
          <ac:spMkLst>
            <pc:docMk/>
            <pc:sldMk cId="1117909436" sldId="2142534950"/>
            <ac:spMk id="9" creationId="{808C49FD-5EF4-CE12-761B-776C8F3EF18D}"/>
          </ac:spMkLst>
        </pc:spChg>
        <pc:spChg chg="del">
          <ac:chgData name="Yildiz Ali Onur (UniCredit)" userId="436cd072-1d13-42d6-aa1e-b7fea816bb74" providerId="ADAL" clId="{52935D14-429E-4502-9853-3E4D8C365CDD}" dt="2024-02-12T15:12:58.856" v="163" actId="478"/>
          <ac:spMkLst>
            <pc:docMk/>
            <pc:sldMk cId="1117909436" sldId="2142534950"/>
            <ac:spMk id="10" creationId="{AC6FA62E-AF11-1BE0-2A10-80EDAD41363F}"/>
          </ac:spMkLst>
        </pc:spChg>
        <pc:spChg chg="mod">
          <ac:chgData name="Yildiz Ali Onur (UniCredit)" userId="436cd072-1d13-42d6-aa1e-b7fea816bb74" providerId="ADAL" clId="{52935D14-429E-4502-9853-3E4D8C365CDD}" dt="2024-02-12T15:13:09.641" v="164" actId="1076"/>
          <ac:spMkLst>
            <pc:docMk/>
            <pc:sldMk cId="1117909436" sldId="2142534950"/>
            <ac:spMk id="11" creationId="{51B3035A-C75D-8A2F-475F-4E7538B33D42}"/>
          </ac:spMkLst>
        </pc:spChg>
        <pc:spChg chg="mod">
          <ac:chgData name="Yildiz Ali Onur (UniCredit)" userId="436cd072-1d13-42d6-aa1e-b7fea816bb74" providerId="ADAL" clId="{52935D14-429E-4502-9853-3E4D8C365CDD}" dt="2024-02-12T15:13:09.641" v="164" actId="1076"/>
          <ac:spMkLst>
            <pc:docMk/>
            <pc:sldMk cId="1117909436" sldId="2142534950"/>
            <ac:spMk id="12" creationId="{DB3D0836-2FAB-C3EE-20AD-C5C7AF9BC491}"/>
          </ac:spMkLst>
        </pc:spChg>
        <pc:spChg chg="mod">
          <ac:chgData name="Yildiz Ali Onur (UniCredit)" userId="436cd072-1d13-42d6-aa1e-b7fea816bb74" providerId="ADAL" clId="{52935D14-429E-4502-9853-3E4D8C365CDD}" dt="2024-02-12T15:13:09.641" v="164" actId="1076"/>
          <ac:spMkLst>
            <pc:docMk/>
            <pc:sldMk cId="1117909436" sldId="2142534950"/>
            <ac:spMk id="13" creationId="{FE691371-3AF7-4E01-C1B4-B7B966CA76F1}"/>
          </ac:spMkLst>
        </pc:spChg>
        <pc:spChg chg="del">
          <ac:chgData name="Yildiz Ali Onur (UniCredit)" userId="436cd072-1d13-42d6-aa1e-b7fea816bb74" providerId="ADAL" clId="{52935D14-429E-4502-9853-3E4D8C365CDD}" dt="2024-02-12T15:12:58.856" v="163" actId="478"/>
          <ac:spMkLst>
            <pc:docMk/>
            <pc:sldMk cId="1117909436" sldId="2142534950"/>
            <ac:spMk id="16" creationId="{37431D26-AC08-F28F-4D6F-ED49E0566FA6}"/>
          </ac:spMkLst>
        </pc:spChg>
        <pc:spChg chg="mod">
          <ac:chgData name="Yildiz Ali Onur (UniCredit)" userId="436cd072-1d13-42d6-aa1e-b7fea816bb74" providerId="ADAL" clId="{52935D14-429E-4502-9853-3E4D8C365CDD}" dt="2024-02-12T15:13:09.641" v="164" actId="1076"/>
          <ac:spMkLst>
            <pc:docMk/>
            <pc:sldMk cId="1117909436" sldId="2142534950"/>
            <ac:spMk id="17" creationId="{DE16D586-5001-891B-F13A-B146659AD32A}"/>
          </ac:spMkLst>
        </pc:spChg>
        <pc:spChg chg="mod">
          <ac:chgData name="Yildiz Ali Onur (UniCredit)" userId="436cd072-1d13-42d6-aa1e-b7fea816bb74" providerId="ADAL" clId="{52935D14-429E-4502-9853-3E4D8C365CDD}" dt="2024-02-12T15:13:09.641" v="164" actId="1076"/>
          <ac:spMkLst>
            <pc:docMk/>
            <pc:sldMk cId="1117909436" sldId="2142534950"/>
            <ac:spMk id="18" creationId="{1F73A254-3E9D-7546-451E-20992C15C59F}"/>
          </ac:spMkLst>
        </pc:spChg>
        <pc:spChg chg="del">
          <ac:chgData name="Yildiz Ali Onur (UniCredit)" userId="436cd072-1d13-42d6-aa1e-b7fea816bb74" providerId="ADAL" clId="{52935D14-429E-4502-9853-3E4D8C365CDD}" dt="2024-02-12T15:12:58.856" v="163" actId="478"/>
          <ac:spMkLst>
            <pc:docMk/>
            <pc:sldMk cId="1117909436" sldId="2142534950"/>
            <ac:spMk id="19" creationId="{0E69692B-8F33-251B-4008-BF14194B1831}"/>
          </ac:spMkLst>
        </pc:spChg>
        <pc:spChg chg="mod">
          <ac:chgData name="Yildiz Ali Onur (UniCredit)" userId="436cd072-1d13-42d6-aa1e-b7fea816bb74" providerId="ADAL" clId="{52935D14-429E-4502-9853-3E4D8C365CDD}" dt="2024-02-12T15:13:09.641" v="164" actId="1076"/>
          <ac:spMkLst>
            <pc:docMk/>
            <pc:sldMk cId="1117909436" sldId="2142534950"/>
            <ac:spMk id="20" creationId="{E3F9BEF9-350B-4575-C672-689967CDB9C2}"/>
          </ac:spMkLst>
        </pc:spChg>
        <pc:spChg chg="mod">
          <ac:chgData name="Yildiz Ali Onur (UniCredit)" userId="436cd072-1d13-42d6-aa1e-b7fea816bb74" providerId="ADAL" clId="{52935D14-429E-4502-9853-3E4D8C365CDD}" dt="2024-02-12T15:13:09.641" v="164" actId="1076"/>
          <ac:spMkLst>
            <pc:docMk/>
            <pc:sldMk cId="1117909436" sldId="2142534950"/>
            <ac:spMk id="21" creationId="{D7AFF62C-3EB2-6DF2-0601-752DAECF1528}"/>
          </ac:spMkLst>
        </pc:spChg>
        <pc:spChg chg="mod">
          <ac:chgData name="Yildiz Ali Onur (UniCredit)" userId="436cd072-1d13-42d6-aa1e-b7fea816bb74" providerId="ADAL" clId="{52935D14-429E-4502-9853-3E4D8C365CDD}" dt="2024-02-12T15:13:09.641" v="164" actId="1076"/>
          <ac:spMkLst>
            <pc:docMk/>
            <pc:sldMk cId="1117909436" sldId="2142534950"/>
            <ac:spMk id="22" creationId="{2AA1870E-4919-5C60-29D0-2867FC3111DF}"/>
          </ac:spMkLst>
        </pc:spChg>
        <pc:spChg chg="mod">
          <ac:chgData name="Yildiz Ali Onur (UniCredit)" userId="436cd072-1d13-42d6-aa1e-b7fea816bb74" providerId="ADAL" clId="{52935D14-429E-4502-9853-3E4D8C365CDD}" dt="2024-02-12T15:13:09.641" v="164" actId="1076"/>
          <ac:spMkLst>
            <pc:docMk/>
            <pc:sldMk cId="1117909436" sldId="2142534950"/>
            <ac:spMk id="23" creationId="{45863771-2720-3F62-76BF-F07C58BB23D8}"/>
          </ac:spMkLst>
        </pc:spChg>
        <pc:spChg chg="mod">
          <ac:chgData name="Yildiz Ali Onur (UniCredit)" userId="436cd072-1d13-42d6-aa1e-b7fea816bb74" providerId="ADAL" clId="{52935D14-429E-4502-9853-3E4D8C365CDD}" dt="2024-02-12T15:13:09.641" v="164" actId="1076"/>
          <ac:spMkLst>
            <pc:docMk/>
            <pc:sldMk cId="1117909436" sldId="2142534950"/>
            <ac:spMk id="25" creationId="{C8731605-1B9E-782C-9C73-35785FA082A8}"/>
          </ac:spMkLst>
        </pc:spChg>
      </pc:sldChg>
    </pc:docChg>
  </pc:docChgLst>
  <pc:docChgLst>
    <pc:chgData name="Yildiz Ali Onur (UniCredit)" userId="436cd072-1d13-42d6-aa1e-b7fea816bb74" providerId="ADAL" clId="{A9F3E012-8635-480D-A53C-2DC26456DED3}"/>
    <pc:docChg chg="modSld">
      <pc:chgData name="Yildiz Ali Onur (UniCredit)" userId="436cd072-1d13-42d6-aa1e-b7fea816bb74" providerId="ADAL" clId="{A9F3E012-8635-480D-A53C-2DC26456DED3}" dt="2023-12-12T11:09:13.711" v="0"/>
      <pc:docMkLst>
        <pc:docMk/>
      </pc:docMkLst>
      <pc:sldChg chg="modSp">
        <pc:chgData name="Yildiz Ali Onur (UniCredit)" userId="436cd072-1d13-42d6-aa1e-b7fea816bb74" providerId="ADAL" clId="{A9F3E012-8635-480D-A53C-2DC26456DED3}" dt="2023-12-12T11:09:13.711" v="0"/>
        <pc:sldMkLst>
          <pc:docMk/>
          <pc:sldMk cId="2007771466" sldId="2142534937"/>
        </pc:sldMkLst>
        <pc:graphicFrameChg chg="mod">
          <ac:chgData name="Yildiz Ali Onur (UniCredit)" userId="436cd072-1d13-42d6-aa1e-b7fea816bb74" providerId="ADAL" clId="{A9F3E012-8635-480D-A53C-2DC26456DED3}" dt="2023-12-12T11:09:13.711" v="0"/>
          <ac:graphicFrameMkLst>
            <pc:docMk/>
            <pc:sldMk cId="2007771466" sldId="2142534937"/>
            <ac:graphicFrameMk id="7" creationId="{66369EDF-4A64-0655-A743-96913A29334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mn-ea"/>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ea typeface="ＭＳ Ｐゴシック" pitchFamily="34" charset="-128"/>
              </a:defRPr>
            </a:lvl1pPr>
          </a:lstStyle>
          <a:p>
            <a:pPr>
              <a:defRPr/>
            </a:pPr>
            <a:fld id="{8E674864-2697-494C-8151-20B213D58641}" type="datetimeFigureOut">
              <a:rPr lang="en-US" altLang="en-US"/>
              <a:pPr>
                <a:defRPr/>
              </a:pPr>
              <a:t>10/25/2024</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mn-ea"/>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BF5526A5-95E5-5844-BB07-5F54847C9D24}" type="slidenum">
              <a:rPr lang="en-US" altLang="en-US"/>
              <a:pPr>
                <a:defRPr/>
              </a:pPr>
              <a:t>‹#›</a:t>
            </a:fld>
            <a:endParaRPr lang="en-US" altLang="en-US"/>
          </a:p>
        </p:txBody>
      </p:sp>
    </p:spTree>
    <p:extLst>
      <p:ext uri="{BB962C8B-B14F-4D97-AF65-F5344CB8AC3E}">
        <p14:creationId xmlns:p14="http://schemas.microsoft.com/office/powerpoint/2010/main" val="1847871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b="0" i="0">
                <a:latin typeface="Arial" panose="020B0604020202020204" pitchFamily="34" charset="0"/>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b="0" i="0">
                <a:latin typeface="Arial" panose="020B0604020202020204" pitchFamily="34" charset="0"/>
                <a:ea typeface="ＭＳ Ｐゴシック" pitchFamily="34" charset="-128"/>
              </a:defRPr>
            </a:lvl1pPr>
          </a:lstStyle>
          <a:p>
            <a:pPr>
              <a:defRPr/>
            </a:pPr>
            <a:fld id="{F7433277-A564-8641-8201-8EDCA0BE524F}" type="datetimeFigureOut">
              <a:rPr lang="en-US" altLang="en-US" smtClean="0"/>
              <a:pPr>
                <a:defRPr/>
              </a:pPr>
              <a:t>10/25/2024</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b="0" i="0">
                <a:latin typeface="Arial" panose="020B0604020202020204" pitchFamily="34"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b="0" i="0" smtClean="0">
                <a:latin typeface="Arial" panose="020B0604020202020204" pitchFamily="34" charset="0"/>
              </a:defRPr>
            </a:lvl1pPr>
          </a:lstStyle>
          <a:p>
            <a:pPr>
              <a:defRPr/>
            </a:pPr>
            <a:fld id="{888C4BA5-4DEE-6348-8210-8E71447E4DCC}" type="slidenum">
              <a:rPr lang="en-US" altLang="en-US" smtClean="0"/>
              <a:pPr>
                <a:defRPr/>
              </a:pPr>
              <a:t>‹#›</a:t>
            </a:fld>
            <a:endParaRPr lang="en-US" altLang="en-US"/>
          </a:p>
        </p:txBody>
      </p:sp>
    </p:spTree>
    <p:extLst>
      <p:ext uri="{BB962C8B-B14F-4D97-AF65-F5344CB8AC3E}">
        <p14:creationId xmlns:p14="http://schemas.microsoft.com/office/powerpoint/2010/main" val="11385688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b="0" i="0" kern="1200">
        <a:solidFill>
          <a:schemeClr val="tx1"/>
        </a:solidFill>
        <a:latin typeface="Arial" panose="020B0604020202020204" pitchFamily="34" charset="0"/>
        <a:ea typeface="ＭＳ Ｐゴシック" charset="0"/>
        <a:cs typeface="+mn-cs"/>
      </a:defRPr>
    </a:lvl1pPr>
    <a:lvl2pPr marL="457200" algn="l" rtl="0" eaLnBrk="0" fontAlgn="base" hangingPunct="0">
      <a:spcBef>
        <a:spcPct val="30000"/>
      </a:spcBef>
      <a:spcAft>
        <a:spcPct val="0"/>
      </a:spcAft>
      <a:defRPr sz="1200" b="0" i="0" kern="1200">
        <a:solidFill>
          <a:schemeClr val="tx1"/>
        </a:solidFill>
        <a:latin typeface="Arial" panose="020B0604020202020204" pitchFamily="34" charset="0"/>
        <a:ea typeface="ＭＳ Ｐゴシック" charset="0"/>
        <a:cs typeface="+mn-cs"/>
      </a:defRPr>
    </a:lvl2pPr>
    <a:lvl3pPr marL="914400" algn="l" rtl="0" eaLnBrk="0" fontAlgn="base" hangingPunct="0">
      <a:spcBef>
        <a:spcPct val="30000"/>
      </a:spcBef>
      <a:spcAft>
        <a:spcPct val="0"/>
      </a:spcAft>
      <a:defRPr sz="1200" b="0" i="0" kern="1200">
        <a:solidFill>
          <a:schemeClr val="tx1"/>
        </a:solidFill>
        <a:latin typeface="Arial" panose="020B0604020202020204" pitchFamily="34" charset="0"/>
        <a:ea typeface="ＭＳ Ｐゴシック" charset="0"/>
        <a:cs typeface="+mn-cs"/>
      </a:defRPr>
    </a:lvl3pPr>
    <a:lvl4pPr marL="1371600" algn="l" rtl="0" eaLnBrk="0" fontAlgn="base" hangingPunct="0">
      <a:spcBef>
        <a:spcPct val="30000"/>
      </a:spcBef>
      <a:spcAft>
        <a:spcPct val="0"/>
      </a:spcAft>
      <a:defRPr sz="1200" b="0" i="0" kern="1200">
        <a:solidFill>
          <a:schemeClr val="tx1"/>
        </a:solidFill>
        <a:latin typeface="Arial" panose="020B0604020202020204" pitchFamily="34" charset="0"/>
        <a:ea typeface="ＭＳ Ｐゴシック" charset="0"/>
        <a:cs typeface="+mn-cs"/>
      </a:defRPr>
    </a:lvl4pPr>
    <a:lvl5pPr marL="1828800" algn="l" rtl="0" eaLnBrk="0" fontAlgn="base" hangingPunct="0">
      <a:spcBef>
        <a:spcPct val="30000"/>
      </a:spcBef>
      <a:spcAft>
        <a:spcPct val="0"/>
      </a:spcAft>
      <a:defRPr sz="1200" b="0" i="0" kern="1200">
        <a:solidFill>
          <a:schemeClr val="tx1"/>
        </a:solidFill>
        <a:latin typeface="Arial" panose="020B0604020202020204"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Tree>
    <p:extLst>
      <p:ext uri="{BB962C8B-B14F-4D97-AF65-F5344CB8AC3E}">
        <p14:creationId xmlns:p14="http://schemas.microsoft.com/office/powerpoint/2010/main" val="282192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62480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Tree>
    <p:extLst>
      <p:ext uri="{BB962C8B-B14F-4D97-AF65-F5344CB8AC3E}">
        <p14:creationId xmlns:p14="http://schemas.microsoft.com/office/powerpoint/2010/main" val="2748827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Tree>
    <p:extLst>
      <p:ext uri="{BB962C8B-B14F-4D97-AF65-F5344CB8AC3E}">
        <p14:creationId xmlns:p14="http://schemas.microsoft.com/office/powerpoint/2010/main" val="3642250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01990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65576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Subtitle 2"/>
          <p:cNvSpPr txBox="1">
            <a:spLocks/>
          </p:cNvSpPr>
          <p:nvPr userDrawn="1"/>
        </p:nvSpPr>
        <p:spPr>
          <a:xfrm>
            <a:off x="2438400" y="1600200"/>
            <a:ext cx="9347200" cy="2135188"/>
          </a:xfrm>
          <a:prstGeom prst="rect">
            <a:avLst/>
          </a:prstGeom>
        </p:spPr>
        <p:txBody>
          <a:bodyPr/>
          <a:lstStyle>
            <a:lvl1pPr marL="0" indent="0" algn="l" rtl="0" eaLnBrk="1" fontAlgn="base" hangingPunct="1">
              <a:spcBef>
                <a:spcPct val="20000"/>
              </a:spcBef>
              <a:spcAft>
                <a:spcPct val="0"/>
              </a:spcAft>
              <a:buClr>
                <a:srgbClr val="366698"/>
              </a:buClr>
              <a:buFont typeface="Wingdings" pitchFamily="2" charset="2"/>
              <a:buNone/>
              <a:defRPr lang="en-GB" sz="2400" i="1" dirty="0">
                <a:solidFill>
                  <a:schemeClr val="tx2"/>
                </a:solidFill>
                <a:latin typeface="+mj-lt"/>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endParaRPr lang="en-US" sz="1950" b="0" i="0">
              <a:latin typeface="Arial" panose="020B0604020202020204" pitchFamily="34" charset="0"/>
            </a:endParaRPr>
          </a:p>
          <a:p>
            <a:pPr>
              <a:defRPr/>
            </a:pPr>
            <a:endParaRPr lang="en-US" sz="1950" b="0" i="0">
              <a:latin typeface="Arial" panose="020B0604020202020204" pitchFamily="34" charset="0"/>
            </a:endParaRPr>
          </a:p>
          <a:p>
            <a:pPr>
              <a:defRPr/>
            </a:pPr>
            <a:endParaRPr lang="en-US" sz="1788" b="0" i="0">
              <a:latin typeface="Arial" panose="020B0604020202020204" pitchFamily="34" charset="0"/>
            </a:endParaRPr>
          </a:p>
          <a:p>
            <a:pPr>
              <a:defRPr/>
            </a:pPr>
            <a:endParaRPr lang="en-US" sz="1788" b="0" i="0">
              <a:latin typeface="Arial" panose="020B0604020202020204" pitchFamily="34" charset="0"/>
            </a:endParaRPr>
          </a:p>
          <a:p>
            <a:pPr>
              <a:defRPr/>
            </a:pPr>
            <a:endParaRPr lang="en-US" sz="1788" b="0" i="0">
              <a:latin typeface="Arial" panose="020B0604020202020204" pitchFamily="34" charset="0"/>
            </a:endParaRPr>
          </a:p>
          <a:p>
            <a:pPr>
              <a:defRPr/>
            </a:pPr>
            <a:endParaRPr lang="en-US" sz="1788" b="0" i="0">
              <a:latin typeface="Arial" panose="020B0604020202020204" pitchFamily="34" charset="0"/>
            </a:endParaRPr>
          </a:p>
        </p:txBody>
      </p:sp>
      <p:sp>
        <p:nvSpPr>
          <p:cNvPr id="12" name="TextBox 11"/>
          <p:cNvSpPr txBox="1"/>
          <p:nvPr userDrawn="1"/>
        </p:nvSpPr>
        <p:spPr>
          <a:xfrm>
            <a:off x="457200" y="6324602"/>
            <a:ext cx="2743200" cy="229935"/>
          </a:xfrm>
          <a:prstGeom prst="rect">
            <a:avLst/>
          </a:prstGeom>
          <a:noFill/>
        </p:spPr>
        <p:txBody>
          <a:bodyPr>
            <a:spAutoFit/>
          </a:bodyPr>
          <a:lstStyle/>
          <a:p>
            <a:pPr algn="l" eaLnBrk="1" hangingPunct="1">
              <a:defRPr/>
            </a:pPr>
            <a:r>
              <a:rPr lang="en-US" sz="894" cap="small">
                <a:solidFill>
                  <a:schemeClr val="bg1">
                    <a:lumMod val="50000"/>
                  </a:schemeClr>
                </a:solidFill>
                <a:latin typeface="Arial" pitchFamily="34" charset="0"/>
                <a:ea typeface="+mn-ea"/>
                <a:cs typeface="Arial" charset="0"/>
              </a:rPr>
              <a:t>CONFIDENTIAL</a:t>
            </a:r>
          </a:p>
        </p:txBody>
      </p:sp>
      <p:sp>
        <p:nvSpPr>
          <p:cNvPr id="18" name="Text Placeholder 17"/>
          <p:cNvSpPr>
            <a:spLocks noGrp="1"/>
          </p:cNvSpPr>
          <p:nvPr>
            <p:ph type="body" sz="quarter" idx="10"/>
          </p:nvPr>
        </p:nvSpPr>
        <p:spPr>
          <a:xfrm>
            <a:off x="457200" y="3173293"/>
            <a:ext cx="9931401" cy="914400"/>
          </a:xfrm>
          <a:prstGeom prst="rect">
            <a:avLst/>
          </a:prstGeom>
        </p:spPr>
        <p:txBody>
          <a:bodyPr anchor="ctr" anchorCtr="0"/>
          <a:lstStyle>
            <a:lvl1pPr marL="0" marR="0" indent="0" algn="l" defTabSz="742950" rtl="0" eaLnBrk="0" fontAlgn="base" latinLnBrk="0" hangingPunct="0">
              <a:lnSpc>
                <a:spcPct val="100000"/>
              </a:lnSpc>
              <a:spcBef>
                <a:spcPct val="0"/>
              </a:spcBef>
              <a:spcAft>
                <a:spcPct val="0"/>
              </a:spcAft>
              <a:buClrTx/>
              <a:buSzTx/>
              <a:buFontTx/>
              <a:buNone/>
              <a:tabLst/>
              <a:defRPr sz="3600" b="0">
                <a:solidFill>
                  <a:srgbClr val="002664"/>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22"/>
          <p:cNvSpPr>
            <a:spLocks noGrp="1"/>
          </p:cNvSpPr>
          <p:nvPr>
            <p:ph type="body" sz="quarter" idx="12"/>
          </p:nvPr>
        </p:nvSpPr>
        <p:spPr>
          <a:xfrm>
            <a:off x="457200" y="4086899"/>
            <a:ext cx="6883401" cy="533400"/>
          </a:xfrm>
          <a:prstGeom prst="rect">
            <a:avLst/>
          </a:prstGeom>
        </p:spPr>
        <p:txBody>
          <a:bodyPr/>
          <a:lstStyle>
            <a:lvl1pPr>
              <a:spcBef>
                <a:spcPts val="0"/>
              </a:spcBef>
              <a:buNone/>
              <a:defRPr sz="1800" i="0">
                <a:solidFill>
                  <a:srgbClr val="747678"/>
                </a:solidFill>
                <a:latin typeface="Arial" panose="020B0604020202020204" pitchFamily="34" charset="0"/>
                <a:cs typeface="Arial" panose="020B0604020202020204" pitchFamily="34" charset="0"/>
              </a:defRPr>
            </a:lvl1pPr>
            <a:lvl2pPr>
              <a:spcBef>
                <a:spcPts val="0"/>
              </a:spcBef>
              <a:buNone/>
              <a:defRPr sz="2275" i="1"/>
            </a:lvl2pPr>
            <a:lvl3pPr>
              <a:spcBef>
                <a:spcPts val="0"/>
              </a:spcBef>
              <a:buNone/>
              <a:defRPr sz="2275" i="1"/>
            </a:lvl3pPr>
            <a:lvl4pPr>
              <a:spcBef>
                <a:spcPts val="0"/>
              </a:spcBef>
              <a:buNone/>
              <a:defRPr sz="2275" i="1"/>
            </a:lvl4pPr>
            <a:lvl5pPr>
              <a:spcBef>
                <a:spcPts val="0"/>
              </a:spcBef>
              <a:buNone/>
              <a:defRPr sz="2275" i="1"/>
            </a:lvl5pPr>
          </a:lstStyle>
          <a:p>
            <a:pPr lvl="0"/>
            <a:r>
              <a:rPr lang="en-US"/>
              <a:t>Click to edit Master text styles</a:t>
            </a:r>
          </a:p>
        </p:txBody>
      </p:sp>
      <p:sp>
        <p:nvSpPr>
          <p:cNvPr id="25" name="Rectangle 24">
            <a:extLst>
              <a:ext uri="{FF2B5EF4-FFF2-40B4-BE49-F238E27FC236}">
                <a16:creationId xmlns:a16="http://schemas.microsoft.com/office/drawing/2014/main" id="{3959B66D-6F61-DF47-A959-E2A673FB1AB1}"/>
              </a:ext>
            </a:extLst>
          </p:cNvPr>
          <p:cNvSpPr/>
          <p:nvPr userDrawn="1"/>
        </p:nvSpPr>
        <p:spPr>
          <a:xfrm>
            <a:off x="0" y="-1"/>
            <a:ext cx="12192000" cy="418937"/>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6" name="Picture 5">
            <a:extLst>
              <a:ext uri="{FF2B5EF4-FFF2-40B4-BE49-F238E27FC236}">
                <a16:creationId xmlns:a16="http://schemas.microsoft.com/office/drawing/2014/main" id="{7A182709-5828-8640-95B4-018A98E84F4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686801" y="5527040"/>
            <a:ext cx="3294775" cy="1254760"/>
          </a:xfrm>
          <a:prstGeom prst="rect">
            <a:avLst/>
          </a:prstGeom>
        </p:spPr>
      </p:pic>
      <p:pic>
        <p:nvPicPr>
          <p:cNvPr id="9" name="Picture 8">
            <a:extLst>
              <a:ext uri="{FF2B5EF4-FFF2-40B4-BE49-F238E27FC236}">
                <a16:creationId xmlns:a16="http://schemas.microsoft.com/office/drawing/2014/main" id="{CBCAD409-2671-794B-A298-49011981BDF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3975"/>
          <a:stretch/>
        </p:blipFill>
        <p:spPr>
          <a:xfrm>
            <a:off x="0" y="77952"/>
            <a:ext cx="12192000" cy="2963422"/>
          </a:xfrm>
          <a:prstGeom prst="rect">
            <a:avLst/>
          </a:prstGeom>
        </p:spPr>
      </p:pic>
    </p:spTree>
    <p:extLst>
      <p:ext uri="{BB962C8B-B14F-4D97-AF65-F5344CB8AC3E}">
        <p14:creationId xmlns:p14="http://schemas.microsoft.com/office/powerpoint/2010/main" val="4560916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37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Section Page Slide 1">
    <p:bg>
      <p:bgPr>
        <a:solidFill>
          <a:srgbClr val="00255F"/>
        </a:solidFill>
        <a:effectLst/>
      </p:bgPr>
    </p:bg>
    <p:spTree>
      <p:nvGrpSpPr>
        <p:cNvPr id="1" name=""/>
        <p:cNvGrpSpPr/>
        <p:nvPr/>
      </p:nvGrpSpPr>
      <p:grpSpPr>
        <a:xfrm>
          <a:off x="0" y="0"/>
          <a:ext cx="0" cy="0"/>
          <a:chOff x="0" y="0"/>
          <a:chExt cx="0" cy="0"/>
        </a:xfrm>
      </p:grpSpPr>
      <p:sp>
        <p:nvSpPr>
          <p:cNvPr id="23" name="Title 8">
            <a:extLst>
              <a:ext uri="{FF2B5EF4-FFF2-40B4-BE49-F238E27FC236}">
                <a16:creationId xmlns:a16="http://schemas.microsoft.com/office/drawing/2014/main" id="{6059D77F-C6B8-3043-AD97-0FD4932C0DC9}"/>
              </a:ext>
            </a:extLst>
          </p:cNvPr>
          <p:cNvSpPr>
            <a:spLocks noGrp="1"/>
          </p:cNvSpPr>
          <p:nvPr>
            <p:ph type="title" hasCustomPrompt="1"/>
          </p:nvPr>
        </p:nvSpPr>
        <p:spPr>
          <a:xfrm>
            <a:off x="451104" y="3724192"/>
            <a:ext cx="11338560" cy="634789"/>
          </a:xfrm>
        </p:spPr>
        <p:txBody>
          <a:bodyPr tIns="0" anchor="t" anchorCtr="0"/>
          <a:lstStyle>
            <a:lvl1pPr algn="l">
              <a:defRPr sz="3600" b="0" i="0">
                <a:solidFill>
                  <a:schemeClr val="bg1"/>
                </a:solidFill>
                <a:latin typeface="Arial" panose="020B0604020202020204" pitchFamily="34" charset="0"/>
              </a:defRPr>
            </a:lvl1pPr>
          </a:lstStyle>
          <a:p>
            <a:r>
              <a:rPr lang="en-US"/>
              <a:t>Section page</a:t>
            </a:r>
          </a:p>
        </p:txBody>
      </p:sp>
      <p:sp>
        <p:nvSpPr>
          <p:cNvPr id="24" name="Text Placeholder 10">
            <a:extLst>
              <a:ext uri="{FF2B5EF4-FFF2-40B4-BE49-F238E27FC236}">
                <a16:creationId xmlns:a16="http://schemas.microsoft.com/office/drawing/2014/main" id="{7BEF0C12-6E9D-D641-9760-F2A4B7146D26}"/>
              </a:ext>
            </a:extLst>
          </p:cNvPr>
          <p:cNvSpPr>
            <a:spLocks noGrp="1"/>
          </p:cNvSpPr>
          <p:nvPr>
            <p:ph type="body" sz="quarter" idx="10" hasCustomPrompt="1"/>
          </p:nvPr>
        </p:nvSpPr>
        <p:spPr>
          <a:xfrm>
            <a:off x="487680" y="3385863"/>
            <a:ext cx="11301984" cy="338328"/>
          </a:xfrm>
        </p:spPr>
        <p:txBody>
          <a:bodyPr lIns="91440" anchor="b" anchorCtr="0"/>
          <a:lstStyle>
            <a:lvl1pPr marL="6450" indent="0">
              <a:buNone/>
              <a:tabLst/>
              <a:defRPr sz="1800" b="0" i="0" cap="all" baseline="0">
                <a:solidFill>
                  <a:schemeClr val="bg1">
                    <a:lumMod val="95000"/>
                  </a:schemeClr>
                </a:solidFill>
                <a:latin typeface="Arial" panose="020B0604020202020204" pitchFamily="34" charset="0"/>
              </a:defRPr>
            </a:lvl1pPr>
          </a:lstStyle>
          <a:p>
            <a:pPr lvl="0"/>
            <a:r>
              <a:rPr lang="en-US"/>
              <a:t>Pre-Head</a:t>
            </a:r>
          </a:p>
        </p:txBody>
      </p:sp>
      <p:pic>
        <p:nvPicPr>
          <p:cNvPr id="25" name="Picture 24">
            <a:extLst>
              <a:ext uri="{FF2B5EF4-FFF2-40B4-BE49-F238E27FC236}">
                <a16:creationId xmlns:a16="http://schemas.microsoft.com/office/drawing/2014/main" id="{FE6DE6BF-5312-A34C-83D1-E33CD47ACC2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491051" y="6016783"/>
            <a:ext cx="2220468" cy="677544"/>
          </a:xfrm>
          <a:prstGeom prst="rect">
            <a:avLst/>
          </a:prstGeom>
        </p:spPr>
      </p:pic>
      <p:sp>
        <p:nvSpPr>
          <p:cNvPr id="22" name="Rectangle 21">
            <a:extLst>
              <a:ext uri="{FF2B5EF4-FFF2-40B4-BE49-F238E27FC236}">
                <a16:creationId xmlns:a16="http://schemas.microsoft.com/office/drawing/2014/main" id="{3F655A4D-9EB5-D344-ADBD-72BFF50CE1EB}"/>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7" name="Picture 6">
            <a:extLst>
              <a:ext uri="{FF2B5EF4-FFF2-40B4-BE49-F238E27FC236}">
                <a16:creationId xmlns:a16="http://schemas.microsoft.com/office/drawing/2014/main" id="{20667DE6-698E-1349-8E92-DA0E675C4B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3975"/>
          <a:stretch/>
        </p:blipFill>
        <p:spPr>
          <a:xfrm>
            <a:off x="0" y="77952"/>
            <a:ext cx="12192000" cy="2963422"/>
          </a:xfrm>
          <a:prstGeom prst="rect">
            <a:avLst/>
          </a:prstGeom>
        </p:spPr>
      </p:pic>
    </p:spTree>
    <p:extLst>
      <p:ext uri="{BB962C8B-B14F-4D97-AF65-F5344CB8AC3E}">
        <p14:creationId xmlns:p14="http://schemas.microsoft.com/office/powerpoint/2010/main" val="129482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Slide C">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E5FE641-A3D4-9249-A0A4-E71F58465F7A}"/>
              </a:ext>
            </a:extLst>
          </p:cNvPr>
          <p:cNvSpPr/>
          <p:nvPr userDrawn="1"/>
        </p:nvSpPr>
        <p:spPr>
          <a:xfrm>
            <a:off x="0" y="0"/>
            <a:ext cx="6096000" cy="6858000"/>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5E7DFEE5-2FD6-0F4F-8E12-670ABE555405}"/>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4" name="Text Placeholder 3">
            <a:extLst>
              <a:ext uri="{FF2B5EF4-FFF2-40B4-BE49-F238E27FC236}">
                <a16:creationId xmlns:a16="http://schemas.microsoft.com/office/drawing/2014/main" id="{0A9844D9-9C25-724D-8D74-E0ACC4577B6F}"/>
              </a:ext>
            </a:extLst>
          </p:cNvPr>
          <p:cNvSpPr>
            <a:spLocks noGrp="1"/>
          </p:cNvSpPr>
          <p:nvPr>
            <p:ph type="body" sz="quarter" idx="10"/>
          </p:nvPr>
        </p:nvSpPr>
        <p:spPr>
          <a:xfrm>
            <a:off x="406400" y="0"/>
            <a:ext cx="5212202" cy="6468714"/>
          </a:xfrm>
          <a:prstGeom prst="rect">
            <a:avLst/>
          </a:prstGeom>
        </p:spPr>
        <p:txBody>
          <a:bodyPr tIns="182880"/>
          <a:lstStyle>
            <a:lvl1pPr marL="0" indent="0">
              <a:spcBef>
                <a:spcPts val="0"/>
              </a:spcBef>
              <a:spcAft>
                <a:spcPts val="975"/>
              </a:spcAft>
              <a:buNone/>
              <a:defRPr sz="2400" b="1">
                <a:solidFill>
                  <a:schemeClr val="tx2"/>
                </a:solidFill>
              </a:defRPr>
            </a:lvl1pPr>
            <a:lvl2pPr marL="0" indent="0">
              <a:spcBef>
                <a:spcPts val="300"/>
              </a:spcBef>
              <a:buNone/>
              <a:defRPr sz="1600"/>
            </a:lvl2pPr>
            <a:lvl3pPr marL="185738">
              <a:spcBef>
                <a:spcPts val="300"/>
              </a:spcBef>
              <a:defRPr sz="1600"/>
            </a:lvl3pPr>
            <a:lvl4pPr marL="1114425" indent="0">
              <a:buNone/>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870636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Slide 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CE6EDEC-5DFF-B440-AC98-FB1D164D2A42}"/>
              </a:ext>
            </a:extLst>
          </p:cNvPr>
          <p:cNvSpPr/>
          <p:nvPr userDrawn="1"/>
        </p:nvSpPr>
        <p:spPr>
          <a:xfrm>
            <a:off x="6096000" y="3349339"/>
            <a:ext cx="6096000" cy="351967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Rectangle 16">
            <a:extLst>
              <a:ext uri="{FF2B5EF4-FFF2-40B4-BE49-F238E27FC236}">
                <a16:creationId xmlns:a16="http://schemas.microsoft.com/office/drawing/2014/main" id="{5E5FE641-A3D4-9249-A0A4-E71F58465F7A}"/>
              </a:ext>
            </a:extLst>
          </p:cNvPr>
          <p:cNvSpPr/>
          <p:nvPr userDrawn="1"/>
        </p:nvSpPr>
        <p:spPr>
          <a:xfrm>
            <a:off x="0" y="0"/>
            <a:ext cx="6096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chemeClr val="bg1"/>
                </a:solidFill>
                <a:latin typeface="Arial" panose="020B0604020202020204" pitchFamily="34" charset="0"/>
              </a:rPr>
              <a:pPr algn="r" eaLnBrk="1" hangingPunct="1">
                <a:defRPr/>
              </a:pPr>
              <a:t>‹#›</a:t>
            </a:fld>
            <a:endParaRPr lang="en-US" altLang="en-US" sz="691" b="0" i="0">
              <a:solidFill>
                <a:schemeClr val="bg1"/>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chemeClr val="bg1"/>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5E7DFEE5-2FD6-0F4F-8E12-670ABE555405}"/>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4" name="Text Placeholder 3">
            <a:extLst>
              <a:ext uri="{FF2B5EF4-FFF2-40B4-BE49-F238E27FC236}">
                <a16:creationId xmlns:a16="http://schemas.microsoft.com/office/drawing/2014/main" id="{0A9844D9-9C25-724D-8D74-E0ACC4577B6F}"/>
              </a:ext>
            </a:extLst>
          </p:cNvPr>
          <p:cNvSpPr>
            <a:spLocks noGrp="1"/>
          </p:cNvSpPr>
          <p:nvPr>
            <p:ph type="body" sz="quarter" idx="10"/>
          </p:nvPr>
        </p:nvSpPr>
        <p:spPr>
          <a:xfrm>
            <a:off x="406400" y="0"/>
            <a:ext cx="5212202" cy="3194892"/>
          </a:xfrm>
          <a:prstGeom prst="rect">
            <a:avLst/>
          </a:prstGeom>
        </p:spPr>
        <p:txBody>
          <a:bodyPr tIns="182880"/>
          <a:lstStyle>
            <a:lvl1pPr marL="0" indent="0">
              <a:spcBef>
                <a:spcPts val="0"/>
              </a:spcBef>
              <a:spcAft>
                <a:spcPts val="975"/>
              </a:spcAft>
              <a:buNone/>
              <a:defRPr sz="2400" b="1">
                <a:solidFill>
                  <a:schemeClr val="tx2"/>
                </a:solidFill>
              </a:defRPr>
            </a:lvl1pPr>
            <a:lvl2pPr marL="0" indent="0">
              <a:spcBef>
                <a:spcPts val="300"/>
              </a:spcBef>
              <a:buNone/>
              <a:defRPr sz="1600"/>
            </a:lvl2pPr>
            <a:lvl3pPr marL="185738">
              <a:spcBef>
                <a:spcPts val="300"/>
              </a:spcBef>
              <a:defRPr sz="1600"/>
            </a:lvl3pPr>
            <a:lvl4pPr marL="1114425" indent="0">
              <a:buNone/>
              <a:defRPr/>
            </a:lvl4pPr>
          </a:lstStyle>
          <a:p>
            <a:pPr lvl="0"/>
            <a:r>
              <a:rPr lang="en-US"/>
              <a:t>Click to edit Master text styles</a:t>
            </a:r>
          </a:p>
          <a:p>
            <a:pPr lvl="1"/>
            <a:r>
              <a:rPr lang="en-US"/>
              <a:t>Second level</a:t>
            </a:r>
          </a:p>
          <a:p>
            <a:pPr lvl="2"/>
            <a:r>
              <a:rPr lang="en-US"/>
              <a:t>Third level</a:t>
            </a:r>
          </a:p>
        </p:txBody>
      </p:sp>
      <p:sp>
        <p:nvSpPr>
          <p:cNvPr id="10" name="Rectangle 9">
            <a:extLst>
              <a:ext uri="{FF2B5EF4-FFF2-40B4-BE49-F238E27FC236}">
                <a16:creationId xmlns:a16="http://schemas.microsoft.com/office/drawing/2014/main" id="{AA316BDC-E3AA-5D41-9101-3E6E8E34852A}"/>
              </a:ext>
            </a:extLst>
          </p:cNvPr>
          <p:cNvSpPr/>
          <p:nvPr userDrawn="1"/>
        </p:nvSpPr>
        <p:spPr>
          <a:xfrm>
            <a:off x="0" y="3349339"/>
            <a:ext cx="6096000" cy="3519679"/>
          </a:xfrm>
          <a:prstGeom prst="rect">
            <a:avLst/>
          </a:prstGeom>
          <a:solidFill>
            <a:srgbClr val="8C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Tree>
    <p:extLst>
      <p:ext uri="{BB962C8B-B14F-4D97-AF65-F5344CB8AC3E}">
        <p14:creationId xmlns:p14="http://schemas.microsoft.com/office/powerpoint/2010/main" val="4075501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5_Slide C">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B1CF92-8AA2-F744-9298-DD5458056D3F}"/>
              </a:ext>
            </a:extLst>
          </p:cNvPr>
          <p:cNvSpPr/>
          <p:nvPr userDrawn="1"/>
        </p:nvSpPr>
        <p:spPr>
          <a:xfrm>
            <a:off x="9103608" y="11016"/>
            <a:ext cx="3088393" cy="6858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 name="Rectangle 6">
            <a:extLst>
              <a:ext uri="{FF2B5EF4-FFF2-40B4-BE49-F238E27FC236}">
                <a16:creationId xmlns:a16="http://schemas.microsoft.com/office/drawing/2014/main" id="{9CE6EDEC-5DFF-B440-AC98-FB1D164D2A42}"/>
              </a:ext>
            </a:extLst>
          </p:cNvPr>
          <p:cNvSpPr/>
          <p:nvPr userDrawn="1"/>
        </p:nvSpPr>
        <p:spPr>
          <a:xfrm>
            <a:off x="6096003" y="15898"/>
            <a:ext cx="3007605" cy="6858000"/>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Rectangle 16">
            <a:extLst>
              <a:ext uri="{FF2B5EF4-FFF2-40B4-BE49-F238E27FC236}">
                <a16:creationId xmlns:a16="http://schemas.microsoft.com/office/drawing/2014/main" id="{5E5FE641-A3D4-9249-A0A4-E71F58465F7A}"/>
              </a:ext>
            </a:extLst>
          </p:cNvPr>
          <p:cNvSpPr/>
          <p:nvPr userDrawn="1"/>
        </p:nvSpPr>
        <p:spPr>
          <a:xfrm>
            <a:off x="1" y="0"/>
            <a:ext cx="3088395" cy="6858000"/>
          </a:xfrm>
          <a:prstGeom prst="rect">
            <a:avLst/>
          </a:prstGeom>
          <a:solidFill>
            <a:srgbClr val="8C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4" name="Text Placeholder 3">
            <a:extLst>
              <a:ext uri="{FF2B5EF4-FFF2-40B4-BE49-F238E27FC236}">
                <a16:creationId xmlns:a16="http://schemas.microsoft.com/office/drawing/2014/main" id="{0A9844D9-9C25-724D-8D74-E0ACC4577B6F}"/>
              </a:ext>
            </a:extLst>
          </p:cNvPr>
          <p:cNvSpPr>
            <a:spLocks noGrp="1"/>
          </p:cNvSpPr>
          <p:nvPr>
            <p:ph type="body" sz="quarter" idx="10"/>
          </p:nvPr>
        </p:nvSpPr>
        <p:spPr>
          <a:xfrm>
            <a:off x="406401" y="-1"/>
            <a:ext cx="2380866" cy="5475383"/>
          </a:xfrm>
          <a:prstGeom prst="rect">
            <a:avLst/>
          </a:prstGeom>
        </p:spPr>
        <p:txBody>
          <a:bodyPr tIns="182880"/>
          <a:lstStyle>
            <a:lvl1pPr marL="0" indent="0">
              <a:spcBef>
                <a:spcPts val="0"/>
              </a:spcBef>
              <a:spcAft>
                <a:spcPts val="900"/>
              </a:spcAft>
              <a:buNone/>
              <a:defRPr sz="2400" b="1">
                <a:solidFill>
                  <a:schemeClr val="bg1"/>
                </a:solidFill>
              </a:defRPr>
            </a:lvl1pPr>
            <a:lvl2pPr marL="0" indent="0">
              <a:spcBef>
                <a:spcPts val="300"/>
              </a:spcBef>
              <a:spcAft>
                <a:spcPts val="600"/>
              </a:spcAft>
              <a:buNone/>
              <a:defRPr sz="1600">
                <a:solidFill>
                  <a:schemeClr val="bg1"/>
                </a:solidFill>
              </a:defRPr>
            </a:lvl2pPr>
            <a:lvl3pPr marL="185738">
              <a:spcBef>
                <a:spcPts val="300"/>
              </a:spcBef>
              <a:spcAft>
                <a:spcPts val="600"/>
              </a:spcAft>
              <a:defRPr sz="1600">
                <a:solidFill>
                  <a:schemeClr val="bg1"/>
                </a:solidFill>
              </a:defRPr>
            </a:lvl3pPr>
            <a:lvl4pPr marL="365760" indent="-182880">
              <a:spcBef>
                <a:spcPts val="300"/>
              </a:spcBef>
              <a:spcAft>
                <a:spcPts val="600"/>
              </a:spcAft>
              <a:buFont typeface="System Font Regular"/>
              <a:buChar char="⎯"/>
              <a:defRPr sz="1600">
                <a:solidFill>
                  <a:schemeClr val="bg1">
                    <a:lumMod val="9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Rectangle 9">
            <a:extLst>
              <a:ext uri="{FF2B5EF4-FFF2-40B4-BE49-F238E27FC236}">
                <a16:creationId xmlns:a16="http://schemas.microsoft.com/office/drawing/2014/main" id="{AA316BDC-E3AA-5D41-9101-3E6E8E34852A}"/>
              </a:ext>
            </a:extLst>
          </p:cNvPr>
          <p:cNvSpPr/>
          <p:nvPr userDrawn="1"/>
        </p:nvSpPr>
        <p:spPr>
          <a:xfrm>
            <a:off x="3088396" y="0"/>
            <a:ext cx="3007605" cy="6858000"/>
          </a:xfrm>
          <a:prstGeom prst="rect">
            <a:avLst/>
          </a:prstGeom>
          <a:solidFill>
            <a:srgbClr val="BE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6" name="Rectangle 15">
            <a:extLst>
              <a:ext uri="{FF2B5EF4-FFF2-40B4-BE49-F238E27FC236}">
                <a16:creationId xmlns:a16="http://schemas.microsoft.com/office/drawing/2014/main" id="{5E7DFEE5-2FD6-0F4F-8E12-670ABE555405}"/>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4" name="Text Placeholder 3">
            <a:extLst>
              <a:ext uri="{FF2B5EF4-FFF2-40B4-BE49-F238E27FC236}">
                <a16:creationId xmlns:a16="http://schemas.microsoft.com/office/drawing/2014/main" id="{534FC31D-9B8E-3745-92F0-2CA29E9A554E}"/>
              </a:ext>
            </a:extLst>
          </p:cNvPr>
          <p:cNvSpPr>
            <a:spLocks noGrp="1"/>
          </p:cNvSpPr>
          <p:nvPr>
            <p:ph type="body" sz="quarter" idx="11"/>
          </p:nvPr>
        </p:nvSpPr>
        <p:spPr>
          <a:xfrm>
            <a:off x="3401764" y="7344"/>
            <a:ext cx="2380866" cy="5475383"/>
          </a:xfrm>
          <a:prstGeom prst="rect">
            <a:avLst/>
          </a:prstGeom>
        </p:spPr>
        <p:txBody>
          <a:bodyPr tIns="182880"/>
          <a:lstStyle>
            <a:lvl1pPr marL="0" indent="0">
              <a:spcBef>
                <a:spcPts val="0"/>
              </a:spcBef>
              <a:spcAft>
                <a:spcPts val="900"/>
              </a:spcAft>
              <a:buNone/>
              <a:defRPr sz="2400" b="1">
                <a:solidFill>
                  <a:schemeClr val="tx1"/>
                </a:solidFill>
              </a:defRPr>
            </a:lvl1pPr>
            <a:lvl2pPr marL="0" indent="0">
              <a:spcBef>
                <a:spcPts val="300"/>
              </a:spcBef>
              <a:spcAft>
                <a:spcPts val="600"/>
              </a:spcAft>
              <a:buNone/>
              <a:defRPr sz="1600">
                <a:solidFill>
                  <a:schemeClr val="tx1"/>
                </a:solidFill>
              </a:defRPr>
            </a:lvl2pPr>
            <a:lvl3pPr marL="185738">
              <a:spcBef>
                <a:spcPts val="300"/>
              </a:spcBef>
              <a:spcAft>
                <a:spcPts val="600"/>
              </a:spcAft>
              <a:defRPr sz="1600">
                <a:solidFill>
                  <a:schemeClr val="tx1"/>
                </a:solidFill>
              </a:defRPr>
            </a:lvl3pPr>
            <a:lvl4pPr marL="365760" indent="-182880">
              <a:spcBef>
                <a:spcPts val="300"/>
              </a:spcBef>
              <a:spcAft>
                <a:spcPts val="600"/>
              </a:spcAft>
              <a:buFont typeface="System Font Regular"/>
              <a:buChar cha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3">
            <a:extLst>
              <a:ext uri="{FF2B5EF4-FFF2-40B4-BE49-F238E27FC236}">
                <a16:creationId xmlns:a16="http://schemas.microsoft.com/office/drawing/2014/main" id="{BAB57A04-8DF7-994E-A4F1-6D2E70212585}"/>
              </a:ext>
            </a:extLst>
          </p:cNvPr>
          <p:cNvSpPr>
            <a:spLocks noGrp="1"/>
          </p:cNvSpPr>
          <p:nvPr>
            <p:ph type="body" sz="quarter" idx="12"/>
          </p:nvPr>
        </p:nvSpPr>
        <p:spPr>
          <a:xfrm>
            <a:off x="6409371" y="7344"/>
            <a:ext cx="2380866" cy="5475383"/>
          </a:xfrm>
          <a:prstGeom prst="rect">
            <a:avLst/>
          </a:prstGeom>
        </p:spPr>
        <p:txBody>
          <a:bodyPr tIns="182880"/>
          <a:lstStyle>
            <a:lvl1pPr marL="0" indent="0">
              <a:spcBef>
                <a:spcPts val="0"/>
              </a:spcBef>
              <a:spcAft>
                <a:spcPts val="900"/>
              </a:spcAft>
              <a:buNone/>
              <a:defRPr sz="2400" b="1">
                <a:solidFill>
                  <a:schemeClr val="tx1"/>
                </a:solidFill>
              </a:defRPr>
            </a:lvl1pPr>
            <a:lvl2pPr marL="0" indent="0">
              <a:spcBef>
                <a:spcPts val="300"/>
              </a:spcBef>
              <a:spcAft>
                <a:spcPts val="600"/>
              </a:spcAft>
              <a:buNone/>
              <a:defRPr sz="1600">
                <a:solidFill>
                  <a:schemeClr val="tx1"/>
                </a:solidFill>
              </a:defRPr>
            </a:lvl2pPr>
            <a:lvl3pPr marL="185738">
              <a:spcBef>
                <a:spcPts val="300"/>
              </a:spcBef>
              <a:spcAft>
                <a:spcPts val="600"/>
              </a:spcAft>
              <a:defRPr sz="1600">
                <a:solidFill>
                  <a:schemeClr val="tx1"/>
                </a:solidFill>
              </a:defRPr>
            </a:lvl3pPr>
            <a:lvl4pPr marL="365760" indent="-182880">
              <a:spcBef>
                <a:spcPts val="300"/>
              </a:spcBef>
              <a:spcAft>
                <a:spcPts val="600"/>
              </a:spcAft>
              <a:buFont typeface="System Font Regular"/>
              <a:buChar cha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3">
            <a:extLst>
              <a:ext uri="{FF2B5EF4-FFF2-40B4-BE49-F238E27FC236}">
                <a16:creationId xmlns:a16="http://schemas.microsoft.com/office/drawing/2014/main" id="{ABCBBBEA-FE86-6946-B7C8-DD68865FD9E1}"/>
              </a:ext>
            </a:extLst>
          </p:cNvPr>
          <p:cNvSpPr>
            <a:spLocks noGrp="1"/>
          </p:cNvSpPr>
          <p:nvPr>
            <p:ph type="body" sz="quarter" idx="13"/>
          </p:nvPr>
        </p:nvSpPr>
        <p:spPr>
          <a:xfrm>
            <a:off x="9457371" y="-2"/>
            <a:ext cx="2380866" cy="5475383"/>
          </a:xfrm>
          <a:prstGeom prst="rect">
            <a:avLst/>
          </a:prstGeom>
        </p:spPr>
        <p:txBody>
          <a:bodyPr tIns="182880"/>
          <a:lstStyle>
            <a:lvl1pPr marL="0" indent="0">
              <a:spcBef>
                <a:spcPts val="0"/>
              </a:spcBef>
              <a:spcAft>
                <a:spcPts val="900"/>
              </a:spcAft>
              <a:buNone/>
              <a:defRPr sz="2400" b="1">
                <a:solidFill>
                  <a:schemeClr val="tx1"/>
                </a:solidFill>
              </a:defRPr>
            </a:lvl1pPr>
            <a:lvl2pPr marL="0" indent="0">
              <a:spcBef>
                <a:spcPts val="300"/>
              </a:spcBef>
              <a:spcAft>
                <a:spcPts val="600"/>
              </a:spcAft>
              <a:buNone/>
              <a:defRPr sz="1600">
                <a:solidFill>
                  <a:schemeClr val="tx1"/>
                </a:solidFill>
              </a:defRPr>
            </a:lvl2pPr>
            <a:lvl3pPr marL="185738">
              <a:spcBef>
                <a:spcPts val="300"/>
              </a:spcBef>
              <a:spcAft>
                <a:spcPts val="600"/>
              </a:spcAft>
              <a:defRPr sz="1600">
                <a:solidFill>
                  <a:schemeClr val="tx1"/>
                </a:solidFill>
              </a:defRPr>
            </a:lvl3pPr>
            <a:lvl4pPr marL="365760" indent="-182880">
              <a:spcBef>
                <a:spcPts val="300"/>
              </a:spcBef>
              <a:spcAft>
                <a:spcPts val="600"/>
              </a:spcAft>
              <a:buFont typeface="System Font Regular"/>
              <a:buChar cha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007976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3_Slide C">
    <p:spTree>
      <p:nvGrpSpPr>
        <p:cNvPr id="1" name=""/>
        <p:cNvGrpSpPr/>
        <p:nvPr/>
      </p:nvGrpSpPr>
      <p:grpSpPr>
        <a:xfrm>
          <a:off x="0" y="0"/>
          <a:ext cx="0" cy="0"/>
          <a:chOff x="0" y="0"/>
          <a:chExt cx="0" cy="0"/>
        </a:xfrm>
      </p:grpSpPr>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0DB70FF5-FAB6-BB4C-892A-B768FA1F13FD}"/>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Text Placeholder 11">
            <a:extLst>
              <a:ext uri="{FF2B5EF4-FFF2-40B4-BE49-F238E27FC236}">
                <a16:creationId xmlns:a16="http://schemas.microsoft.com/office/drawing/2014/main" id="{25F971BF-EE97-A743-A5F4-D16E940A6C17}"/>
              </a:ext>
            </a:extLst>
          </p:cNvPr>
          <p:cNvSpPr>
            <a:spLocks noGrp="1"/>
          </p:cNvSpPr>
          <p:nvPr>
            <p:ph type="body" sz="quarter" idx="11"/>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
        <p:nvSpPr>
          <p:cNvPr id="18" name="Text Placeholder 2">
            <a:extLst>
              <a:ext uri="{FF2B5EF4-FFF2-40B4-BE49-F238E27FC236}">
                <a16:creationId xmlns:a16="http://schemas.microsoft.com/office/drawing/2014/main" id="{3621AC43-0379-D14D-B6CC-F046591E1687}"/>
              </a:ext>
            </a:extLst>
          </p:cNvPr>
          <p:cNvSpPr>
            <a:spLocks noGrp="1"/>
          </p:cNvSpPr>
          <p:nvPr>
            <p:ph type="body" sz="quarter" idx="12"/>
          </p:nvPr>
        </p:nvSpPr>
        <p:spPr>
          <a:xfrm>
            <a:off x="406398" y="745436"/>
            <a:ext cx="11379200" cy="5504687"/>
          </a:xfrm>
          <a:prstGeom prst="rect">
            <a:avLst/>
          </a:prstGeom>
        </p:spPr>
        <p:txBody>
          <a:bodyPr/>
          <a:lstStyle>
            <a:lvl1pPr marL="182880" indent="-182880">
              <a:spcBef>
                <a:spcPts val="0"/>
              </a:spcBef>
              <a:spcAft>
                <a:spcPts val="1200"/>
              </a:spcAft>
              <a:defRPr sz="1600"/>
            </a:lvl1pPr>
            <a:lvl2pPr marL="365760" indent="-182880">
              <a:spcBef>
                <a:spcPts val="0"/>
              </a:spcBef>
              <a:spcAft>
                <a:spcPts val="1200"/>
              </a:spcAft>
              <a:buFont typeface="System Font Regular"/>
              <a:buChar char="⎯"/>
              <a:defRPr sz="1600"/>
            </a:lvl2pPr>
            <a:lvl3pPr marL="548640" indent="-182880">
              <a:spcBef>
                <a:spcPts val="0"/>
              </a:spcBef>
              <a:spcAft>
                <a:spcPts val="1200"/>
              </a:spcAft>
              <a:buFont typeface="Courier New" panose="02070309020205020404" pitchFamily="49" charset="0"/>
              <a:buChar char="o"/>
              <a:defRPr sz="1600"/>
            </a:lvl3pPr>
            <a:lvl4pPr marL="731520" indent="-182880">
              <a:spcBef>
                <a:spcPts val="0"/>
              </a:spcBef>
              <a:spcAft>
                <a:spcPts val="1200"/>
              </a:spcAft>
              <a:buFont typeface="Arial" panose="020B0604020202020204" pitchFamily="34" charset="0"/>
              <a:buChar cha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896908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8_Slide 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15ABC7-3DE4-9E4E-80DE-2F6396833865}"/>
              </a:ext>
            </a:extLst>
          </p:cNvPr>
          <p:cNvSpPr/>
          <p:nvPr userDrawn="1"/>
        </p:nvSpPr>
        <p:spPr>
          <a:xfrm>
            <a:off x="1" y="0"/>
            <a:ext cx="12191999" cy="6858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0DB70FF5-FAB6-BB4C-892A-B768FA1F13FD}"/>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Text Placeholder 11">
            <a:extLst>
              <a:ext uri="{FF2B5EF4-FFF2-40B4-BE49-F238E27FC236}">
                <a16:creationId xmlns:a16="http://schemas.microsoft.com/office/drawing/2014/main" id="{25F971BF-EE97-A743-A5F4-D16E940A6C17}"/>
              </a:ext>
            </a:extLst>
          </p:cNvPr>
          <p:cNvSpPr>
            <a:spLocks noGrp="1"/>
          </p:cNvSpPr>
          <p:nvPr>
            <p:ph type="body" sz="quarter" idx="11"/>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
        <p:nvSpPr>
          <p:cNvPr id="3" name="Text Placeholder 2">
            <a:extLst>
              <a:ext uri="{FF2B5EF4-FFF2-40B4-BE49-F238E27FC236}">
                <a16:creationId xmlns:a16="http://schemas.microsoft.com/office/drawing/2014/main" id="{F8B64710-B6E4-E44B-8DA0-796B8F6FB058}"/>
              </a:ext>
            </a:extLst>
          </p:cNvPr>
          <p:cNvSpPr>
            <a:spLocks noGrp="1"/>
          </p:cNvSpPr>
          <p:nvPr>
            <p:ph type="body" sz="quarter" idx="12"/>
          </p:nvPr>
        </p:nvSpPr>
        <p:spPr>
          <a:xfrm>
            <a:off x="406398" y="745436"/>
            <a:ext cx="11375136" cy="5504687"/>
          </a:xfrm>
          <a:prstGeom prst="rect">
            <a:avLst/>
          </a:prstGeom>
        </p:spPr>
        <p:txBody>
          <a:bodyPr/>
          <a:lstStyle>
            <a:lvl1pPr marL="148590" indent="-182880">
              <a:spcBef>
                <a:spcPts val="0"/>
              </a:spcBef>
              <a:spcAft>
                <a:spcPts val="1200"/>
              </a:spcAft>
              <a:defRPr sz="1600"/>
            </a:lvl1pPr>
            <a:lvl2pPr marL="365760" indent="-182880">
              <a:spcBef>
                <a:spcPts val="0"/>
              </a:spcBef>
              <a:spcAft>
                <a:spcPts val="1200"/>
              </a:spcAft>
              <a:buFont typeface="System Font Regular"/>
              <a:buChar char="⎯"/>
              <a:defRPr sz="1600"/>
            </a:lvl2pPr>
            <a:lvl3pPr marL="548640" indent="-182880">
              <a:spcBef>
                <a:spcPts val="0"/>
              </a:spcBef>
              <a:spcAft>
                <a:spcPts val="1200"/>
              </a:spcAft>
              <a:buFont typeface="Courier New" panose="02070309020205020404" pitchFamily="49" charset="0"/>
              <a:buChar char="o"/>
              <a:defRPr sz="1600"/>
            </a:lvl3pPr>
            <a:lvl4pPr marL="731520" indent="-182880">
              <a:spcBef>
                <a:spcPts val="0"/>
              </a:spcBef>
              <a:spcAft>
                <a:spcPts val="1200"/>
              </a:spcAft>
              <a:buFont typeface="Arial" panose="020B0604020202020204" pitchFamily="34" charset="0"/>
              <a:buChar cha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210193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Slide C">
    <p:spTree>
      <p:nvGrpSpPr>
        <p:cNvPr id="1" name=""/>
        <p:cNvGrpSpPr/>
        <p:nvPr/>
      </p:nvGrpSpPr>
      <p:grpSpPr>
        <a:xfrm>
          <a:off x="0" y="0"/>
          <a:ext cx="0" cy="0"/>
          <a:chOff x="0" y="0"/>
          <a:chExt cx="0" cy="0"/>
        </a:xfrm>
      </p:grpSpPr>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0DB70FF5-FAB6-BB4C-892A-B768FA1F13FD}"/>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Text Placeholder 11">
            <a:extLst>
              <a:ext uri="{FF2B5EF4-FFF2-40B4-BE49-F238E27FC236}">
                <a16:creationId xmlns:a16="http://schemas.microsoft.com/office/drawing/2014/main" id="{25F971BF-EE97-A743-A5F4-D16E940A6C17}"/>
              </a:ext>
            </a:extLst>
          </p:cNvPr>
          <p:cNvSpPr>
            <a:spLocks noGrp="1"/>
          </p:cNvSpPr>
          <p:nvPr>
            <p:ph type="body" sz="quarter" idx="11"/>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
        <p:nvSpPr>
          <p:cNvPr id="18" name="Text Placeholder 2">
            <a:extLst>
              <a:ext uri="{FF2B5EF4-FFF2-40B4-BE49-F238E27FC236}">
                <a16:creationId xmlns:a16="http://schemas.microsoft.com/office/drawing/2014/main" id="{3621AC43-0379-D14D-B6CC-F046591E1687}"/>
              </a:ext>
            </a:extLst>
          </p:cNvPr>
          <p:cNvSpPr>
            <a:spLocks noGrp="1"/>
          </p:cNvSpPr>
          <p:nvPr>
            <p:ph type="body" sz="quarter" idx="12"/>
          </p:nvPr>
        </p:nvSpPr>
        <p:spPr>
          <a:xfrm>
            <a:off x="406398" y="745436"/>
            <a:ext cx="8083150" cy="5504687"/>
          </a:xfrm>
          <a:prstGeom prst="rect">
            <a:avLst/>
          </a:prstGeom>
        </p:spPr>
        <p:txBody>
          <a:bodyPr/>
          <a:lstStyle>
            <a:lvl1pPr marL="182880" indent="-182880">
              <a:spcBef>
                <a:spcPts val="0"/>
              </a:spcBef>
              <a:spcAft>
                <a:spcPts val="1200"/>
              </a:spcAft>
              <a:defRPr sz="1600"/>
            </a:lvl1pPr>
            <a:lvl2pPr marL="365760" indent="-182880">
              <a:spcBef>
                <a:spcPts val="0"/>
              </a:spcBef>
              <a:spcAft>
                <a:spcPts val="1200"/>
              </a:spcAft>
              <a:buFont typeface="System Font Regular"/>
              <a:buChar char="⎯"/>
              <a:defRPr sz="1600"/>
            </a:lvl2pPr>
            <a:lvl3pPr marL="548640" indent="-182880">
              <a:spcBef>
                <a:spcPts val="0"/>
              </a:spcBef>
              <a:spcAft>
                <a:spcPts val="1200"/>
              </a:spcAft>
              <a:buFont typeface="Courier New" panose="02070309020205020404" pitchFamily="49" charset="0"/>
              <a:buChar char="o"/>
              <a:defRPr sz="1600"/>
            </a:lvl3pPr>
            <a:lvl4pPr marL="731520" indent="-182880">
              <a:spcBef>
                <a:spcPts val="0"/>
              </a:spcBef>
              <a:spcAft>
                <a:spcPts val="1200"/>
              </a:spcAft>
              <a:buFont typeface="Arial" panose="020B0604020202020204" pitchFamily="34" charset="0"/>
              <a:buChar cha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BD218AB3-C7E4-5E4E-9190-A91A63B1457B}"/>
              </a:ext>
            </a:extLst>
          </p:cNvPr>
          <p:cNvSpPr>
            <a:spLocks noGrp="1"/>
          </p:cNvSpPr>
          <p:nvPr>
            <p:ph type="body" sz="quarter" idx="13"/>
          </p:nvPr>
        </p:nvSpPr>
        <p:spPr>
          <a:xfrm>
            <a:off x="8714452" y="745435"/>
            <a:ext cx="3071147" cy="5504687"/>
          </a:xfrm>
          <a:prstGeom prst="rect">
            <a:avLst/>
          </a:prstGeom>
          <a:solidFill>
            <a:srgbClr val="F3F3F3"/>
          </a:solidFill>
        </p:spPr>
        <p:txBody>
          <a:bodyPr lIns="146304" tIns="73152" rIns="146304" bIns="73152" anchor="ctr"/>
          <a:lstStyle>
            <a:lvl1pPr marL="0" indent="0">
              <a:buNone/>
              <a:defRPr sz="1600" b="1">
                <a:solidFill>
                  <a:srgbClr val="0530AD"/>
                </a:solidFill>
              </a:defRPr>
            </a:lvl1pPr>
            <a:lvl2pPr marL="365760" indent="-182880">
              <a:spcBef>
                <a:spcPts val="1500"/>
              </a:spcBef>
              <a:buFont typeface="System Font Regular"/>
              <a:buChar char="⎻"/>
              <a:defRPr sz="1600" b="0" i="1">
                <a:solidFill>
                  <a:srgbClr val="0530AD"/>
                </a:solidFill>
              </a:defRPr>
            </a:lvl2pPr>
            <a:lvl3pPr marL="365760" indent="0">
              <a:spcBef>
                <a:spcPts val="300"/>
              </a:spcBef>
              <a:buNone/>
              <a:defRPr sz="1600" b="0" i="1">
                <a:solidFill>
                  <a:srgbClr val="0530AD"/>
                </a:solidFill>
              </a:defRPr>
            </a:lvl3pPr>
            <a:lvl4pPr marL="365760" indent="0">
              <a:spcBef>
                <a:spcPts val="300"/>
              </a:spcBef>
              <a:buNone/>
              <a:defRPr sz="1600" b="0" i="1">
                <a:solidFill>
                  <a:srgbClr val="0530AD"/>
                </a:solidFill>
              </a:defRPr>
            </a:lvl4pPr>
            <a:lvl5pPr marL="365760" indent="0">
              <a:spcBef>
                <a:spcPts val="300"/>
              </a:spcBef>
              <a:buNone/>
              <a:defRPr sz="1600" b="0" i="1">
                <a:solidFill>
                  <a:srgbClr val="0530AD"/>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3193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_Slide C">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FE6778-C78D-0249-9578-FD8EE41AA1FE}"/>
              </a:ext>
            </a:extLst>
          </p:cNvPr>
          <p:cNvSpPr/>
          <p:nvPr userDrawn="1"/>
        </p:nvSpPr>
        <p:spPr>
          <a:xfrm>
            <a:off x="1" y="0"/>
            <a:ext cx="12191999" cy="6858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0DB70FF5-FAB6-BB4C-892A-B768FA1F13FD}"/>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Text Placeholder 11">
            <a:extLst>
              <a:ext uri="{FF2B5EF4-FFF2-40B4-BE49-F238E27FC236}">
                <a16:creationId xmlns:a16="http://schemas.microsoft.com/office/drawing/2014/main" id="{25F971BF-EE97-A743-A5F4-D16E940A6C17}"/>
              </a:ext>
            </a:extLst>
          </p:cNvPr>
          <p:cNvSpPr>
            <a:spLocks noGrp="1"/>
          </p:cNvSpPr>
          <p:nvPr>
            <p:ph type="body" sz="quarter" idx="11"/>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
        <p:nvSpPr>
          <p:cNvPr id="18" name="Text Placeholder 2">
            <a:extLst>
              <a:ext uri="{FF2B5EF4-FFF2-40B4-BE49-F238E27FC236}">
                <a16:creationId xmlns:a16="http://schemas.microsoft.com/office/drawing/2014/main" id="{3621AC43-0379-D14D-B6CC-F046591E1687}"/>
              </a:ext>
            </a:extLst>
          </p:cNvPr>
          <p:cNvSpPr>
            <a:spLocks noGrp="1"/>
          </p:cNvSpPr>
          <p:nvPr>
            <p:ph type="body" sz="quarter" idx="12"/>
          </p:nvPr>
        </p:nvSpPr>
        <p:spPr>
          <a:xfrm>
            <a:off x="406398" y="745436"/>
            <a:ext cx="8083150" cy="5504687"/>
          </a:xfrm>
          <a:prstGeom prst="rect">
            <a:avLst/>
          </a:prstGeom>
        </p:spPr>
        <p:txBody>
          <a:bodyPr/>
          <a:lstStyle>
            <a:lvl1pPr marL="182880" indent="-182880">
              <a:spcBef>
                <a:spcPts val="0"/>
              </a:spcBef>
              <a:spcAft>
                <a:spcPts val="1200"/>
              </a:spcAft>
              <a:defRPr sz="1600"/>
            </a:lvl1pPr>
            <a:lvl2pPr marL="365760" indent="-182880">
              <a:spcBef>
                <a:spcPts val="0"/>
              </a:spcBef>
              <a:spcAft>
                <a:spcPts val="1200"/>
              </a:spcAft>
              <a:buFont typeface="System Font Regular"/>
              <a:buChar char="⎯"/>
              <a:defRPr sz="1600"/>
            </a:lvl2pPr>
            <a:lvl3pPr marL="548640" indent="-182880">
              <a:spcBef>
                <a:spcPts val="0"/>
              </a:spcBef>
              <a:spcAft>
                <a:spcPts val="1200"/>
              </a:spcAft>
              <a:buFont typeface="Courier New" panose="02070309020205020404" pitchFamily="49" charset="0"/>
              <a:buChar char="o"/>
              <a:defRPr sz="1600"/>
            </a:lvl3pPr>
            <a:lvl4pPr marL="731520" indent="-182880">
              <a:spcBef>
                <a:spcPts val="0"/>
              </a:spcBef>
              <a:spcAft>
                <a:spcPts val="1200"/>
              </a:spcAft>
              <a:buFont typeface="Arial" panose="020B0604020202020204" pitchFamily="34" charset="0"/>
              <a:buChar cha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BD218AB3-C7E4-5E4E-9190-A91A63B1457B}"/>
              </a:ext>
            </a:extLst>
          </p:cNvPr>
          <p:cNvSpPr>
            <a:spLocks noGrp="1"/>
          </p:cNvSpPr>
          <p:nvPr>
            <p:ph type="body" sz="quarter" idx="13"/>
          </p:nvPr>
        </p:nvSpPr>
        <p:spPr>
          <a:xfrm>
            <a:off x="8714452" y="745435"/>
            <a:ext cx="3071147" cy="5504687"/>
          </a:xfrm>
          <a:prstGeom prst="rect">
            <a:avLst/>
          </a:prstGeom>
          <a:solidFill>
            <a:schemeClr val="bg1"/>
          </a:solidFill>
        </p:spPr>
        <p:txBody>
          <a:bodyPr lIns="146304" tIns="73152" rIns="146304" bIns="73152" anchor="ctr"/>
          <a:lstStyle>
            <a:lvl1pPr marL="0" indent="0">
              <a:spcBef>
                <a:spcPts val="300"/>
              </a:spcBef>
              <a:buNone/>
              <a:defRPr sz="1600" b="1">
                <a:solidFill>
                  <a:srgbClr val="408BFC"/>
                </a:solidFill>
              </a:defRPr>
            </a:lvl1pPr>
            <a:lvl2pPr marL="365760" indent="-182880">
              <a:spcBef>
                <a:spcPts val="1500"/>
              </a:spcBef>
              <a:buFont typeface="System Font Regular"/>
              <a:buChar char="⎻"/>
              <a:defRPr sz="1600" b="0" i="1">
                <a:solidFill>
                  <a:srgbClr val="408BFC"/>
                </a:solidFill>
              </a:defRPr>
            </a:lvl2pPr>
            <a:lvl3pPr marL="365760" indent="0">
              <a:spcBef>
                <a:spcPts val="300"/>
              </a:spcBef>
              <a:buNone/>
              <a:defRPr sz="1600" b="0" i="1">
                <a:solidFill>
                  <a:srgbClr val="408BFC"/>
                </a:solidFill>
              </a:defRPr>
            </a:lvl3pPr>
            <a:lvl4pPr marL="365760" indent="0">
              <a:spcBef>
                <a:spcPts val="300"/>
              </a:spcBef>
              <a:buNone/>
              <a:defRPr sz="1600" b="0" i="1">
                <a:solidFill>
                  <a:srgbClr val="408BFC"/>
                </a:solidFill>
              </a:defRPr>
            </a:lvl4pPr>
            <a:lvl5pPr marL="365760" indent="0">
              <a:spcBef>
                <a:spcPts val="300"/>
              </a:spcBef>
              <a:buNone/>
              <a:defRPr sz="1600" b="0" i="1">
                <a:solidFill>
                  <a:srgbClr val="408BF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168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9_Slide C">
    <p:spTree>
      <p:nvGrpSpPr>
        <p:cNvPr id="1" name=""/>
        <p:cNvGrpSpPr/>
        <p:nvPr/>
      </p:nvGrpSpPr>
      <p:grpSpPr>
        <a:xfrm>
          <a:off x="0" y="0"/>
          <a:ext cx="0" cy="0"/>
          <a:chOff x="0" y="0"/>
          <a:chExt cx="0" cy="0"/>
        </a:xfrm>
      </p:grpSpPr>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0DB70FF5-FAB6-BB4C-892A-B768FA1F13FD}"/>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Text Placeholder 11">
            <a:extLst>
              <a:ext uri="{FF2B5EF4-FFF2-40B4-BE49-F238E27FC236}">
                <a16:creationId xmlns:a16="http://schemas.microsoft.com/office/drawing/2014/main" id="{25F971BF-EE97-A743-A5F4-D16E940A6C17}"/>
              </a:ext>
            </a:extLst>
          </p:cNvPr>
          <p:cNvSpPr>
            <a:spLocks noGrp="1"/>
          </p:cNvSpPr>
          <p:nvPr>
            <p:ph type="body" sz="quarter" idx="11"/>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
        <p:nvSpPr>
          <p:cNvPr id="18" name="Text Placeholder 2">
            <a:extLst>
              <a:ext uri="{FF2B5EF4-FFF2-40B4-BE49-F238E27FC236}">
                <a16:creationId xmlns:a16="http://schemas.microsoft.com/office/drawing/2014/main" id="{3621AC43-0379-D14D-B6CC-F046591E1687}"/>
              </a:ext>
            </a:extLst>
          </p:cNvPr>
          <p:cNvSpPr>
            <a:spLocks noGrp="1"/>
          </p:cNvSpPr>
          <p:nvPr>
            <p:ph type="body" sz="quarter" idx="12"/>
          </p:nvPr>
        </p:nvSpPr>
        <p:spPr>
          <a:xfrm>
            <a:off x="406397" y="745436"/>
            <a:ext cx="5964702" cy="5504687"/>
          </a:xfrm>
          <a:prstGeom prst="rect">
            <a:avLst/>
          </a:prstGeom>
        </p:spPr>
        <p:txBody>
          <a:bodyPr/>
          <a:lstStyle>
            <a:lvl1pPr marL="182880" indent="-182880">
              <a:spcBef>
                <a:spcPts val="0"/>
              </a:spcBef>
              <a:spcAft>
                <a:spcPts val="900"/>
              </a:spcAft>
              <a:defRPr sz="1400"/>
            </a:lvl1pPr>
            <a:lvl2pPr marL="365760" indent="-182880">
              <a:spcBef>
                <a:spcPts val="0"/>
              </a:spcBef>
              <a:spcAft>
                <a:spcPts val="900"/>
              </a:spcAft>
              <a:buFont typeface="System Font Regular"/>
              <a:buChar char="⎯"/>
              <a:defRPr sz="1400"/>
            </a:lvl2pPr>
            <a:lvl3pPr marL="548640" indent="-182880">
              <a:spcBef>
                <a:spcPts val="0"/>
              </a:spcBef>
              <a:spcAft>
                <a:spcPts val="900"/>
              </a:spcAft>
              <a:buFont typeface="Courier New" panose="02070309020205020404" pitchFamily="49" charset="0"/>
              <a:buChar char="o"/>
              <a:defRPr sz="1400"/>
            </a:lvl3pPr>
            <a:lvl4pPr marL="731520" indent="-182880">
              <a:spcBef>
                <a:spcPts val="0"/>
              </a:spcBef>
              <a:spcAft>
                <a:spcPts val="900"/>
              </a:spcAft>
              <a:buFont typeface="Arial" panose="020B0604020202020204" pitchFamily="34" charset="0"/>
              <a:buChar char="•"/>
              <a:defRPr sz="1400"/>
            </a:lvl4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7" name="Straight Connector 6">
            <a:extLst>
              <a:ext uri="{FF2B5EF4-FFF2-40B4-BE49-F238E27FC236}">
                <a16:creationId xmlns:a16="http://schemas.microsoft.com/office/drawing/2014/main" id="{A98C3697-7E92-0245-BB7A-D52A29D19158}"/>
              </a:ext>
            </a:extLst>
          </p:cNvPr>
          <p:cNvCxnSpPr>
            <a:cxnSpLocks/>
          </p:cNvCxnSpPr>
          <p:nvPr userDrawn="1"/>
        </p:nvCxnSpPr>
        <p:spPr>
          <a:xfrm>
            <a:off x="6516545" y="836246"/>
            <a:ext cx="0" cy="5544676"/>
          </a:xfrm>
          <a:prstGeom prst="line">
            <a:avLst/>
          </a:prstGeom>
          <a:ln w="12700">
            <a:solidFill>
              <a:srgbClr val="BEBEBE"/>
            </a:solidFill>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2025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7_Slide 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CA4037-0B2C-9242-8DBD-E78E9A1E89BB}"/>
              </a:ext>
            </a:extLst>
          </p:cNvPr>
          <p:cNvSpPr/>
          <p:nvPr userDrawn="1"/>
        </p:nvSpPr>
        <p:spPr>
          <a:xfrm>
            <a:off x="0" y="0"/>
            <a:ext cx="12192000" cy="1222872"/>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31" name="Content Placeholder 2">
            <a:extLst>
              <a:ext uri="{FF2B5EF4-FFF2-40B4-BE49-F238E27FC236}">
                <a16:creationId xmlns:a16="http://schemas.microsoft.com/office/drawing/2014/main" id="{80758E87-C144-2E4A-9793-73B97DDEF386}"/>
              </a:ext>
            </a:extLst>
          </p:cNvPr>
          <p:cNvSpPr>
            <a:spLocks noGrp="1"/>
          </p:cNvSpPr>
          <p:nvPr>
            <p:ph idx="1"/>
          </p:nvPr>
        </p:nvSpPr>
        <p:spPr>
          <a:xfrm>
            <a:off x="406400" y="1487278"/>
            <a:ext cx="11375136" cy="4767219"/>
          </a:xfrm>
          <a:prstGeom prst="rect">
            <a:avLst/>
          </a:prstGeom>
        </p:spPr>
        <p:txBody>
          <a:bodyPr/>
          <a:lstStyle>
            <a:lvl1pPr marL="0" indent="0">
              <a:lnSpc>
                <a:spcPct val="100000"/>
              </a:lnSpc>
              <a:spcBef>
                <a:spcPts val="0"/>
              </a:spcBef>
              <a:spcAft>
                <a:spcPts val="900"/>
              </a:spcAft>
              <a:buClr>
                <a:srgbClr val="009581"/>
              </a:buClr>
              <a:buNone/>
              <a:defRPr sz="1400" b="0" baseline="0">
                <a:latin typeface="Arial" panose="020B0604020202020204" pitchFamily="34" charset="0"/>
                <a:cs typeface="Arial" pitchFamily="34" charset="0"/>
              </a:defRPr>
            </a:lvl1pPr>
            <a:lvl2pPr>
              <a:buClr>
                <a:srgbClr val="366698"/>
              </a:buClr>
              <a:defRPr sz="1625" baseline="0">
                <a:latin typeface="+mj-lt"/>
                <a:cs typeface="Arial" pitchFamily="34" charset="0"/>
              </a:defRPr>
            </a:lvl2pPr>
            <a:lvl3pPr>
              <a:buClr>
                <a:srgbClr val="366698"/>
              </a:buClr>
              <a:defRPr sz="1463" baseline="0">
                <a:latin typeface="+mj-lt"/>
                <a:cs typeface="Arial" pitchFamily="34" charset="0"/>
              </a:defRPr>
            </a:lvl3pPr>
            <a:lvl4pPr>
              <a:buClr>
                <a:srgbClr val="366698"/>
              </a:buClr>
              <a:defRPr sz="1463" baseline="0">
                <a:latin typeface="+mj-lt"/>
                <a:cs typeface="Arial" pitchFamily="34" charset="0"/>
              </a:defRPr>
            </a:lvl4pPr>
            <a:lvl5pPr>
              <a:buClr>
                <a:srgbClr val="366698"/>
              </a:buClr>
              <a:buFont typeface="Arial" pitchFamily="34" charset="0"/>
              <a:buChar char="•"/>
              <a:defRPr sz="1463" baseline="0">
                <a:latin typeface="+mj-lt"/>
                <a:cs typeface="Arial" pitchFamily="34" charset="0"/>
              </a:defRPr>
            </a:lvl5pPr>
          </a:lstStyle>
          <a:p>
            <a:pPr lvl="0"/>
            <a:r>
              <a:rPr lang="en-US"/>
              <a:t>Click to edit Master text styles</a:t>
            </a:r>
          </a:p>
        </p:txBody>
      </p:sp>
      <p:sp>
        <p:nvSpPr>
          <p:cNvPr id="16" name="Rectangle 15">
            <a:extLst>
              <a:ext uri="{FF2B5EF4-FFF2-40B4-BE49-F238E27FC236}">
                <a16:creationId xmlns:a16="http://schemas.microsoft.com/office/drawing/2014/main" id="{0DB70FF5-FAB6-BB4C-892A-B768FA1F13FD}"/>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Text Placeholder 11">
            <a:extLst>
              <a:ext uri="{FF2B5EF4-FFF2-40B4-BE49-F238E27FC236}">
                <a16:creationId xmlns:a16="http://schemas.microsoft.com/office/drawing/2014/main" id="{25F971BF-EE97-A743-A5F4-D16E940A6C17}"/>
              </a:ext>
            </a:extLst>
          </p:cNvPr>
          <p:cNvSpPr>
            <a:spLocks noGrp="1"/>
          </p:cNvSpPr>
          <p:nvPr>
            <p:ph type="body" sz="quarter" idx="11"/>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Tree>
    <p:extLst>
      <p:ext uri="{BB962C8B-B14F-4D97-AF65-F5344CB8AC3E}">
        <p14:creationId xmlns:p14="http://schemas.microsoft.com/office/powerpoint/2010/main" val="12037168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6_Slide C">
    <p:spTree>
      <p:nvGrpSpPr>
        <p:cNvPr id="1" name=""/>
        <p:cNvGrpSpPr/>
        <p:nvPr/>
      </p:nvGrpSpPr>
      <p:grpSpPr>
        <a:xfrm>
          <a:off x="0" y="0"/>
          <a:ext cx="0" cy="0"/>
          <a:chOff x="0" y="0"/>
          <a:chExt cx="0" cy="0"/>
        </a:xfrm>
      </p:grpSpPr>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0DB70FF5-FAB6-BB4C-892A-B768FA1F13FD}"/>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Text Placeholder 11">
            <a:extLst>
              <a:ext uri="{FF2B5EF4-FFF2-40B4-BE49-F238E27FC236}">
                <a16:creationId xmlns:a16="http://schemas.microsoft.com/office/drawing/2014/main" id="{25F971BF-EE97-A743-A5F4-D16E940A6C17}"/>
              </a:ext>
            </a:extLst>
          </p:cNvPr>
          <p:cNvSpPr>
            <a:spLocks noGrp="1"/>
          </p:cNvSpPr>
          <p:nvPr>
            <p:ph type="body" sz="quarter" idx="11"/>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
        <p:nvSpPr>
          <p:cNvPr id="3" name="Text Placeholder 2">
            <a:extLst>
              <a:ext uri="{FF2B5EF4-FFF2-40B4-BE49-F238E27FC236}">
                <a16:creationId xmlns:a16="http://schemas.microsoft.com/office/drawing/2014/main" id="{3C22B482-1C13-2A4C-AEB8-2CBBE9F61B81}"/>
              </a:ext>
            </a:extLst>
          </p:cNvPr>
          <p:cNvSpPr>
            <a:spLocks noGrp="1"/>
          </p:cNvSpPr>
          <p:nvPr>
            <p:ph type="body" sz="quarter" idx="15"/>
          </p:nvPr>
        </p:nvSpPr>
        <p:spPr>
          <a:xfrm>
            <a:off x="406400" y="1252479"/>
            <a:ext cx="2706688" cy="5002017"/>
          </a:xfrm>
          <a:prstGeom prst="rect">
            <a:avLst/>
          </a:prstGeom>
        </p:spPr>
        <p:txBody>
          <a:bodyPr/>
          <a:lstStyle>
            <a:lvl1pPr marL="0" indent="0">
              <a:spcBef>
                <a:spcPts val="0"/>
              </a:spcBef>
              <a:spcAft>
                <a:spcPts val="900"/>
              </a:spcAft>
              <a:buNone/>
              <a:defRPr sz="1400" b="1"/>
            </a:lvl1pPr>
            <a:lvl2pPr marL="0" indent="0">
              <a:spcBef>
                <a:spcPts val="300"/>
              </a:spcBef>
              <a:spcAft>
                <a:spcPts val="0"/>
              </a:spcAft>
              <a:buNone/>
              <a:defRPr sz="1400"/>
            </a:lvl2pPr>
            <a:lvl3pPr marL="182880" indent="-182880">
              <a:spcBef>
                <a:spcPts val="300"/>
              </a:spcBef>
              <a:spcAft>
                <a:spcPts val="0"/>
              </a:spcAft>
              <a:defRPr sz="1400"/>
            </a:lvl3pPr>
            <a:lvl4pPr marL="365760" indent="-182880">
              <a:spcBef>
                <a:spcPts val="300"/>
              </a:spcBef>
              <a:spcAft>
                <a:spcPts val="0"/>
              </a:spcAft>
              <a:defRPr sz="1400"/>
            </a:lvl4pPr>
            <a:lvl5pPr marL="548640" indent="-182880">
              <a:spcBef>
                <a:spcPts val="300"/>
              </a:spcBef>
              <a:spcAft>
                <a:spcPts val="0"/>
              </a:spcAft>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AAAE4214-A15A-EF4D-BF3E-C1E5BFF15F1A}"/>
              </a:ext>
            </a:extLst>
          </p:cNvPr>
          <p:cNvSpPr>
            <a:spLocks noGrp="1"/>
          </p:cNvSpPr>
          <p:nvPr>
            <p:ph type="body" sz="quarter" idx="16"/>
          </p:nvPr>
        </p:nvSpPr>
        <p:spPr>
          <a:xfrm>
            <a:off x="3297615" y="1252331"/>
            <a:ext cx="2706688" cy="5002016"/>
          </a:xfrm>
          <a:prstGeom prst="rect">
            <a:avLst/>
          </a:prstGeom>
        </p:spPr>
        <p:txBody>
          <a:bodyPr/>
          <a:lstStyle>
            <a:lvl1pPr marL="0" indent="0">
              <a:spcBef>
                <a:spcPts val="0"/>
              </a:spcBef>
              <a:spcAft>
                <a:spcPts val="900"/>
              </a:spcAft>
              <a:buNone/>
              <a:defRPr sz="1400" b="1"/>
            </a:lvl1pPr>
            <a:lvl2pPr marL="0" indent="0">
              <a:spcBef>
                <a:spcPts val="300"/>
              </a:spcBef>
              <a:spcAft>
                <a:spcPts val="0"/>
              </a:spcAft>
              <a:buNone/>
              <a:defRPr sz="1400"/>
            </a:lvl2pPr>
            <a:lvl3pPr marL="148590" indent="-182880">
              <a:spcBef>
                <a:spcPts val="300"/>
              </a:spcBef>
              <a:spcAft>
                <a:spcPts val="0"/>
              </a:spcAft>
              <a:defRPr sz="1400"/>
            </a:lvl3pPr>
            <a:lvl4pPr marL="365760" indent="-182880">
              <a:spcBef>
                <a:spcPts val="300"/>
              </a:spcBef>
              <a:spcAft>
                <a:spcPts val="0"/>
              </a:spcAft>
              <a:defRPr sz="1400"/>
            </a:lvl4pPr>
            <a:lvl5pPr marL="548640" indent="-182880">
              <a:spcBef>
                <a:spcPts val="300"/>
              </a:spcBef>
              <a:spcAft>
                <a:spcPts val="0"/>
              </a:spcAft>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47760D45-2772-DF49-91BD-F96BAF389E1C}"/>
              </a:ext>
            </a:extLst>
          </p:cNvPr>
          <p:cNvSpPr>
            <a:spLocks noGrp="1"/>
          </p:cNvSpPr>
          <p:nvPr>
            <p:ph type="body" sz="quarter" idx="17"/>
          </p:nvPr>
        </p:nvSpPr>
        <p:spPr>
          <a:xfrm>
            <a:off x="6197554" y="1252330"/>
            <a:ext cx="2706688" cy="5002016"/>
          </a:xfrm>
          <a:prstGeom prst="rect">
            <a:avLst/>
          </a:prstGeom>
        </p:spPr>
        <p:txBody>
          <a:bodyPr/>
          <a:lstStyle>
            <a:lvl1pPr marL="0" indent="0">
              <a:spcBef>
                <a:spcPts val="0"/>
              </a:spcBef>
              <a:spcAft>
                <a:spcPts val="900"/>
              </a:spcAft>
              <a:buNone/>
              <a:defRPr sz="1400" b="1"/>
            </a:lvl1pPr>
            <a:lvl2pPr marL="0" indent="0">
              <a:spcBef>
                <a:spcPts val="300"/>
              </a:spcBef>
              <a:spcAft>
                <a:spcPts val="0"/>
              </a:spcAft>
              <a:buNone/>
              <a:defRPr sz="1400"/>
            </a:lvl2pPr>
            <a:lvl3pPr marL="148590" indent="-182880">
              <a:spcBef>
                <a:spcPts val="300"/>
              </a:spcBef>
              <a:spcAft>
                <a:spcPts val="0"/>
              </a:spcAft>
              <a:defRPr sz="1400"/>
            </a:lvl3pPr>
            <a:lvl4pPr marL="365760" indent="-182880">
              <a:spcBef>
                <a:spcPts val="300"/>
              </a:spcBef>
              <a:spcAft>
                <a:spcPts val="0"/>
              </a:spcAft>
              <a:defRPr sz="1400"/>
            </a:lvl4pPr>
            <a:lvl5pPr marL="548640" indent="-182880">
              <a:spcBef>
                <a:spcPts val="300"/>
              </a:spcBef>
              <a:spcAft>
                <a:spcPts val="0"/>
              </a:spcAft>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D2C99EE4-948A-4E44-B6AA-3D85D9DDD337}"/>
              </a:ext>
            </a:extLst>
          </p:cNvPr>
          <p:cNvSpPr>
            <a:spLocks noGrp="1"/>
          </p:cNvSpPr>
          <p:nvPr>
            <p:ph type="body" sz="quarter" idx="18"/>
          </p:nvPr>
        </p:nvSpPr>
        <p:spPr>
          <a:xfrm>
            <a:off x="9097495" y="1252330"/>
            <a:ext cx="2706688" cy="5002016"/>
          </a:xfrm>
          <a:prstGeom prst="rect">
            <a:avLst/>
          </a:prstGeom>
        </p:spPr>
        <p:txBody>
          <a:bodyPr/>
          <a:lstStyle>
            <a:lvl1pPr marL="0" indent="0">
              <a:spcBef>
                <a:spcPts val="0"/>
              </a:spcBef>
              <a:spcAft>
                <a:spcPts val="900"/>
              </a:spcAft>
              <a:buNone/>
              <a:defRPr sz="1400" b="1"/>
            </a:lvl1pPr>
            <a:lvl2pPr marL="0" indent="0">
              <a:spcBef>
                <a:spcPts val="300"/>
              </a:spcBef>
              <a:spcAft>
                <a:spcPts val="0"/>
              </a:spcAft>
              <a:buNone/>
              <a:defRPr sz="1400"/>
            </a:lvl2pPr>
            <a:lvl3pPr marL="148590" indent="-182880">
              <a:spcBef>
                <a:spcPts val="300"/>
              </a:spcBef>
              <a:spcAft>
                <a:spcPts val="0"/>
              </a:spcAft>
              <a:defRPr sz="1400"/>
            </a:lvl3pPr>
            <a:lvl4pPr marL="365760" indent="-182880">
              <a:spcBef>
                <a:spcPts val="300"/>
              </a:spcBef>
              <a:spcAft>
                <a:spcPts val="0"/>
              </a:spcAft>
              <a:defRPr sz="1400"/>
            </a:lvl4pPr>
            <a:lvl5pPr marL="548640" indent="-182880">
              <a:spcBef>
                <a:spcPts val="300"/>
              </a:spcBef>
              <a:spcAft>
                <a:spcPts val="0"/>
              </a:spcAft>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37208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lide C">
    <p:spTree>
      <p:nvGrpSpPr>
        <p:cNvPr id="1" name=""/>
        <p:cNvGrpSpPr/>
        <p:nvPr/>
      </p:nvGrpSpPr>
      <p:grpSpPr>
        <a:xfrm>
          <a:off x="0" y="0"/>
          <a:ext cx="0" cy="0"/>
          <a:chOff x="0" y="0"/>
          <a:chExt cx="0" cy="0"/>
        </a:xfrm>
      </p:grpSpPr>
      <p:sp>
        <p:nvSpPr>
          <p:cNvPr id="31" name="Content Placeholder 2">
            <a:extLst>
              <a:ext uri="{FF2B5EF4-FFF2-40B4-BE49-F238E27FC236}">
                <a16:creationId xmlns:a16="http://schemas.microsoft.com/office/drawing/2014/main" id="{80758E87-C144-2E4A-9793-73B97DDEF386}"/>
              </a:ext>
            </a:extLst>
          </p:cNvPr>
          <p:cNvSpPr>
            <a:spLocks noGrp="1"/>
          </p:cNvSpPr>
          <p:nvPr>
            <p:ph idx="1"/>
          </p:nvPr>
        </p:nvSpPr>
        <p:spPr>
          <a:xfrm>
            <a:off x="2109216" y="741125"/>
            <a:ext cx="6478193" cy="5504687"/>
          </a:xfrm>
          <a:prstGeom prst="rect">
            <a:avLst/>
          </a:prstGeom>
        </p:spPr>
        <p:txBody>
          <a:bodyPr/>
          <a:lstStyle>
            <a:lvl1pPr marL="0" indent="0">
              <a:lnSpc>
                <a:spcPct val="100000"/>
              </a:lnSpc>
              <a:spcBef>
                <a:spcPts val="0"/>
              </a:spcBef>
              <a:spcAft>
                <a:spcPts val="900"/>
              </a:spcAft>
              <a:buClr>
                <a:schemeClr val="tx2"/>
              </a:buClr>
              <a:buNone/>
              <a:defRPr sz="1200" baseline="0">
                <a:latin typeface="Arial" panose="020B0604020202020204" pitchFamily="34" charset="0"/>
                <a:cs typeface="Arial" pitchFamily="34" charset="0"/>
              </a:defRPr>
            </a:lvl1pPr>
            <a:lvl2pPr>
              <a:buClr>
                <a:srgbClr val="366698"/>
              </a:buClr>
              <a:defRPr sz="1625" baseline="0">
                <a:latin typeface="+mj-lt"/>
                <a:cs typeface="Arial" pitchFamily="34" charset="0"/>
              </a:defRPr>
            </a:lvl2pPr>
            <a:lvl3pPr>
              <a:buClr>
                <a:srgbClr val="366698"/>
              </a:buClr>
              <a:defRPr sz="1463" baseline="0">
                <a:latin typeface="+mj-lt"/>
                <a:cs typeface="Arial" pitchFamily="34" charset="0"/>
              </a:defRPr>
            </a:lvl3pPr>
            <a:lvl4pPr>
              <a:buClr>
                <a:srgbClr val="366698"/>
              </a:buClr>
              <a:defRPr sz="1463" baseline="0">
                <a:latin typeface="+mj-lt"/>
                <a:cs typeface="Arial" pitchFamily="34" charset="0"/>
              </a:defRPr>
            </a:lvl4pPr>
            <a:lvl5pPr>
              <a:buClr>
                <a:srgbClr val="366698"/>
              </a:buClr>
              <a:buFont typeface="Arial" pitchFamily="34" charset="0"/>
              <a:buChar char="•"/>
              <a:defRPr sz="1463" baseline="0">
                <a:latin typeface="+mj-lt"/>
                <a:cs typeface="Arial" pitchFamily="34" charset="0"/>
              </a:defRPr>
            </a:lvl5pPr>
          </a:lstStyle>
          <a:p>
            <a:pPr lvl="0"/>
            <a:r>
              <a:rPr lang="en-US"/>
              <a:t>Click to edit Master text styles</a:t>
            </a:r>
          </a:p>
        </p:txBody>
      </p:sp>
      <p:sp>
        <p:nvSpPr>
          <p:cNvPr id="29" name="Picture Placeholder 3">
            <a:extLst>
              <a:ext uri="{FF2B5EF4-FFF2-40B4-BE49-F238E27FC236}">
                <a16:creationId xmlns:a16="http://schemas.microsoft.com/office/drawing/2014/main" id="{2598AB93-00E1-454D-A372-1D134BE874BA}"/>
              </a:ext>
            </a:extLst>
          </p:cNvPr>
          <p:cNvSpPr>
            <a:spLocks noGrp="1"/>
          </p:cNvSpPr>
          <p:nvPr>
            <p:ph type="pic" sz="quarter" idx="13" hasCustomPrompt="1"/>
          </p:nvPr>
        </p:nvSpPr>
        <p:spPr>
          <a:xfrm>
            <a:off x="406400" y="833723"/>
            <a:ext cx="1508761" cy="1005840"/>
          </a:xfrm>
          <a:prstGeom prst="rect">
            <a:avLst/>
          </a:prstGeom>
          <a:solidFill>
            <a:schemeClr val="bg1">
              <a:lumMod val="75000"/>
            </a:schemeClr>
          </a:solidFill>
          <a:ln w="12700">
            <a:solidFill>
              <a:schemeClr val="bg1"/>
            </a:solidFill>
          </a:ln>
          <a:effectLst>
            <a:outerShdw blurRad="114300" algn="ctr" rotWithShape="0">
              <a:prstClr val="black">
                <a:alpha val="40000"/>
              </a:prstClr>
            </a:outerShdw>
          </a:effectLst>
        </p:spPr>
        <p:txBody>
          <a:bodyPr anchor="ctr"/>
          <a:lstStyle>
            <a:lvl1pPr marL="0" indent="0" algn="ctr">
              <a:buNone/>
              <a:defRPr sz="975">
                <a:latin typeface="Arial" panose="020B0604020202020204" pitchFamily="34" charset="0"/>
                <a:cs typeface="Arial" panose="020B0604020202020204" pitchFamily="34" charset="0"/>
              </a:defRPr>
            </a:lvl1pPr>
          </a:lstStyle>
          <a:p>
            <a:r>
              <a:rPr lang="en-US"/>
              <a:t>Bio Picture</a:t>
            </a:r>
          </a:p>
        </p:txBody>
      </p:sp>
      <p:sp>
        <p:nvSpPr>
          <p:cNvPr id="40" name="Text Placeholder 2">
            <a:extLst>
              <a:ext uri="{FF2B5EF4-FFF2-40B4-BE49-F238E27FC236}">
                <a16:creationId xmlns:a16="http://schemas.microsoft.com/office/drawing/2014/main" id="{C1AB7EA4-D313-1F4F-B54E-0EE9309E600D}"/>
              </a:ext>
            </a:extLst>
          </p:cNvPr>
          <p:cNvSpPr>
            <a:spLocks noGrp="1"/>
          </p:cNvSpPr>
          <p:nvPr>
            <p:ph type="body" sz="quarter" idx="17"/>
          </p:nvPr>
        </p:nvSpPr>
        <p:spPr>
          <a:xfrm>
            <a:off x="406400" y="2020664"/>
            <a:ext cx="1508126" cy="1182687"/>
          </a:xfrm>
          <a:prstGeom prst="rect">
            <a:avLst/>
          </a:prstGeom>
        </p:spPr>
        <p:txBody>
          <a:bodyPr lIns="0" anchor="t"/>
          <a:lstStyle>
            <a:lvl1pPr marL="0" indent="0">
              <a:spcBef>
                <a:spcPts val="0"/>
              </a:spcBef>
              <a:buNone/>
              <a:defRPr sz="900">
                <a:latin typeface="Arial" panose="020B0604020202020204" pitchFamily="34" charset="0"/>
                <a:cs typeface="Arial" panose="020B0604020202020204" pitchFamily="34" charset="0"/>
              </a:defRPr>
            </a:lvl1pPr>
          </a:lstStyle>
          <a:p>
            <a:pPr lvl="0"/>
            <a:r>
              <a:rPr lang="en-US"/>
              <a:t>Click to edit Master text styles</a:t>
            </a:r>
          </a:p>
        </p:txBody>
      </p:sp>
      <p:sp>
        <p:nvSpPr>
          <p:cNvPr id="18" name="Rectangle 17">
            <a:extLst>
              <a:ext uri="{FF2B5EF4-FFF2-40B4-BE49-F238E27FC236}">
                <a16:creationId xmlns:a16="http://schemas.microsoft.com/office/drawing/2014/main" id="{4F785A0A-2C41-754C-BA9E-E1D471859B46}"/>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0" name="Text Placeholder 11">
            <a:extLst>
              <a:ext uri="{FF2B5EF4-FFF2-40B4-BE49-F238E27FC236}">
                <a16:creationId xmlns:a16="http://schemas.microsoft.com/office/drawing/2014/main" id="{78CA5959-7D2D-594B-B010-DE8678D341C7}"/>
              </a:ext>
            </a:extLst>
          </p:cNvPr>
          <p:cNvSpPr>
            <a:spLocks noGrp="1"/>
          </p:cNvSpPr>
          <p:nvPr>
            <p:ph type="body" sz="quarter" idx="18"/>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
        <p:nvSpPr>
          <p:cNvPr id="10" name="Slide Number Placeholder 5">
            <a:extLst>
              <a:ext uri="{FF2B5EF4-FFF2-40B4-BE49-F238E27FC236}">
                <a16:creationId xmlns:a16="http://schemas.microsoft.com/office/drawing/2014/main" id="{82D89457-3CFD-6044-8F46-8F3C98D6DC8F}"/>
              </a:ext>
            </a:extLst>
          </p:cNvPr>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2" name="Rectangle 11">
            <a:extLst>
              <a:ext uri="{FF2B5EF4-FFF2-40B4-BE49-F238E27FC236}">
                <a16:creationId xmlns:a16="http://schemas.microsoft.com/office/drawing/2014/main" id="{C8A67392-71C3-B846-9CEF-B9E98059DCE5}"/>
              </a:ext>
            </a:extLst>
          </p:cNvPr>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9" name="Text Placeholder 2">
            <a:extLst>
              <a:ext uri="{FF2B5EF4-FFF2-40B4-BE49-F238E27FC236}">
                <a16:creationId xmlns:a16="http://schemas.microsoft.com/office/drawing/2014/main" id="{6BC435E0-729D-794A-8D9E-9E4BEF64BAA2}"/>
              </a:ext>
            </a:extLst>
          </p:cNvPr>
          <p:cNvSpPr>
            <a:spLocks noGrp="1"/>
          </p:cNvSpPr>
          <p:nvPr>
            <p:ph type="body" sz="quarter" idx="19"/>
          </p:nvPr>
        </p:nvSpPr>
        <p:spPr>
          <a:xfrm>
            <a:off x="8714452" y="745435"/>
            <a:ext cx="3071147" cy="5504687"/>
          </a:xfrm>
          <a:prstGeom prst="rect">
            <a:avLst/>
          </a:prstGeom>
          <a:solidFill>
            <a:srgbClr val="F3F3F3"/>
          </a:solidFill>
        </p:spPr>
        <p:txBody>
          <a:bodyPr lIns="146304" tIns="73152" rIns="146304" bIns="73152" anchor="ctr"/>
          <a:lstStyle>
            <a:lvl1pPr marL="0" indent="0">
              <a:spcBef>
                <a:spcPts val="300"/>
              </a:spcBef>
              <a:buNone/>
              <a:defRPr sz="1600" b="1">
                <a:solidFill>
                  <a:srgbClr val="0530AD"/>
                </a:solidFill>
              </a:defRPr>
            </a:lvl1pPr>
            <a:lvl2pPr marL="365760" indent="-182880">
              <a:spcBef>
                <a:spcPts val="1500"/>
              </a:spcBef>
              <a:buFont typeface="System Font Regular"/>
              <a:buChar char="⎻"/>
              <a:defRPr sz="1600" b="0" i="1">
                <a:solidFill>
                  <a:srgbClr val="0530AD"/>
                </a:solidFill>
              </a:defRPr>
            </a:lvl2pPr>
            <a:lvl3pPr marL="365760" indent="0">
              <a:spcBef>
                <a:spcPts val="300"/>
              </a:spcBef>
              <a:buNone/>
              <a:defRPr sz="1600" b="0" i="1">
                <a:solidFill>
                  <a:srgbClr val="0530AD"/>
                </a:solidFill>
              </a:defRPr>
            </a:lvl3pPr>
            <a:lvl4pPr marL="365760" indent="0">
              <a:spcBef>
                <a:spcPts val="300"/>
              </a:spcBef>
              <a:buNone/>
              <a:defRPr sz="1600" b="0" i="1">
                <a:solidFill>
                  <a:srgbClr val="0530AD"/>
                </a:solidFill>
              </a:defRPr>
            </a:lvl4pPr>
            <a:lvl5pPr marL="365760" indent="0">
              <a:spcBef>
                <a:spcPts val="300"/>
              </a:spcBef>
              <a:buNone/>
              <a:defRPr sz="1600" b="0" i="1">
                <a:solidFill>
                  <a:srgbClr val="0530AD"/>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8292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Slide C">
    <p:spTree>
      <p:nvGrpSpPr>
        <p:cNvPr id="1" name=""/>
        <p:cNvGrpSpPr/>
        <p:nvPr/>
      </p:nvGrpSpPr>
      <p:grpSpPr>
        <a:xfrm>
          <a:off x="0" y="0"/>
          <a:ext cx="0" cy="0"/>
          <a:chOff x="0" y="0"/>
          <a:chExt cx="0" cy="0"/>
        </a:xfrm>
      </p:grpSpPr>
      <p:sp>
        <p:nvSpPr>
          <p:cNvPr id="31" name="Content Placeholder 2">
            <a:extLst>
              <a:ext uri="{FF2B5EF4-FFF2-40B4-BE49-F238E27FC236}">
                <a16:creationId xmlns:a16="http://schemas.microsoft.com/office/drawing/2014/main" id="{80758E87-C144-2E4A-9793-73B97DDEF386}"/>
              </a:ext>
            </a:extLst>
          </p:cNvPr>
          <p:cNvSpPr>
            <a:spLocks noGrp="1"/>
          </p:cNvSpPr>
          <p:nvPr>
            <p:ph idx="1"/>
          </p:nvPr>
        </p:nvSpPr>
        <p:spPr>
          <a:xfrm>
            <a:off x="2109216" y="741124"/>
            <a:ext cx="9676384" cy="2527685"/>
          </a:xfrm>
          <a:prstGeom prst="rect">
            <a:avLst/>
          </a:prstGeom>
        </p:spPr>
        <p:txBody>
          <a:bodyPr/>
          <a:lstStyle>
            <a:lvl1pPr marL="0" indent="0">
              <a:lnSpc>
                <a:spcPct val="100000"/>
              </a:lnSpc>
              <a:spcBef>
                <a:spcPts val="0"/>
              </a:spcBef>
              <a:spcAft>
                <a:spcPts val="900"/>
              </a:spcAft>
              <a:buClr>
                <a:schemeClr val="tx2"/>
              </a:buClr>
              <a:buNone/>
              <a:defRPr sz="1200" baseline="0">
                <a:latin typeface="Arial" panose="020B0604020202020204" pitchFamily="34" charset="0"/>
                <a:cs typeface="Arial" pitchFamily="34" charset="0"/>
              </a:defRPr>
            </a:lvl1pPr>
            <a:lvl2pPr>
              <a:buClr>
                <a:srgbClr val="366698"/>
              </a:buClr>
              <a:defRPr sz="1625" baseline="0">
                <a:latin typeface="+mj-lt"/>
                <a:cs typeface="Arial" pitchFamily="34" charset="0"/>
              </a:defRPr>
            </a:lvl2pPr>
            <a:lvl3pPr>
              <a:buClr>
                <a:srgbClr val="366698"/>
              </a:buClr>
              <a:defRPr sz="1463" baseline="0">
                <a:latin typeface="+mj-lt"/>
                <a:cs typeface="Arial" pitchFamily="34" charset="0"/>
              </a:defRPr>
            </a:lvl3pPr>
            <a:lvl4pPr>
              <a:buClr>
                <a:srgbClr val="366698"/>
              </a:buClr>
              <a:defRPr sz="1463" baseline="0">
                <a:latin typeface="+mj-lt"/>
                <a:cs typeface="Arial" pitchFamily="34" charset="0"/>
              </a:defRPr>
            </a:lvl4pPr>
            <a:lvl5pPr>
              <a:buClr>
                <a:srgbClr val="366698"/>
              </a:buClr>
              <a:buFont typeface="Arial" pitchFamily="34" charset="0"/>
              <a:buChar char="•"/>
              <a:defRPr sz="1463" baseline="0">
                <a:latin typeface="+mj-lt"/>
                <a:cs typeface="Arial" pitchFamily="34" charset="0"/>
              </a:defRPr>
            </a:lvl5pPr>
          </a:lstStyle>
          <a:p>
            <a:pPr lvl="0"/>
            <a:r>
              <a:rPr lang="en-US"/>
              <a:t>Click to edit Master text styles</a:t>
            </a:r>
          </a:p>
        </p:txBody>
      </p:sp>
      <p:sp>
        <p:nvSpPr>
          <p:cNvPr id="29" name="Picture Placeholder 3">
            <a:extLst>
              <a:ext uri="{FF2B5EF4-FFF2-40B4-BE49-F238E27FC236}">
                <a16:creationId xmlns:a16="http://schemas.microsoft.com/office/drawing/2014/main" id="{2598AB93-00E1-454D-A372-1D134BE874BA}"/>
              </a:ext>
            </a:extLst>
          </p:cNvPr>
          <p:cNvSpPr>
            <a:spLocks noGrp="1"/>
          </p:cNvSpPr>
          <p:nvPr>
            <p:ph type="pic" sz="quarter" idx="13" hasCustomPrompt="1"/>
          </p:nvPr>
        </p:nvSpPr>
        <p:spPr>
          <a:xfrm>
            <a:off x="406400" y="833723"/>
            <a:ext cx="1508761" cy="1005840"/>
          </a:xfrm>
          <a:prstGeom prst="rect">
            <a:avLst/>
          </a:prstGeom>
          <a:solidFill>
            <a:schemeClr val="bg1">
              <a:lumMod val="75000"/>
            </a:schemeClr>
          </a:solidFill>
          <a:ln w="12700">
            <a:solidFill>
              <a:schemeClr val="bg1"/>
            </a:solidFill>
          </a:ln>
          <a:effectLst>
            <a:outerShdw blurRad="114300" algn="ctr" rotWithShape="0">
              <a:prstClr val="black">
                <a:alpha val="40000"/>
              </a:prstClr>
            </a:outerShdw>
          </a:effectLst>
        </p:spPr>
        <p:txBody>
          <a:bodyPr anchor="ctr"/>
          <a:lstStyle>
            <a:lvl1pPr marL="0" indent="0" algn="ctr">
              <a:buNone/>
              <a:defRPr sz="975">
                <a:latin typeface="Arial" panose="020B0604020202020204" pitchFamily="34" charset="0"/>
                <a:cs typeface="Arial" panose="020B0604020202020204" pitchFamily="34" charset="0"/>
              </a:defRPr>
            </a:lvl1pPr>
          </a:lstStyle>
          <a:p>
            <a:r>
              <a:rPr lang="en-US"/>
              <a:t>Bio Picture</a:t>
            </a:r>
          </a:p>
        </p:txBody>
      </p:sp>
      <p:sp>
        <p:nvSpPr>
          <p:cNvPr id="18" name="Rectangle 17">
            <a:extLst>
              <a:ext uri="{FF2B5EF4-FFF2-40B4-BE49-F238E27FC236}">
                <a16:creationId xmlns:a16="http://schemas.microsoft.com/office/drawing/2014/main" id="{4F785A0A-2C41-754C-BA9E-E1D471859B46}"/>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0" name="Text Placeholder 11">
            <a:extLst>
              <a:ext uri="{FF2B5EF4-FFF2-40B4-BE49-F238E27FC236}">
                <a16:creationId xmlns:a16="http://schemas.microsoft.com/office/drawing/2014/main" id="{78CA5959-7D2D-594B-B010-DE8678D341C7}"/>
              </a:ext>
            </a:extLst>
          </p:cNvPr>
          <p:cNvSpPr>
            <a:spLocks noGrp="1"/>
          </p:cNvSpPr>
          <p:nvPr>
            <p:ph type="body" sz="quarter" idx="18"/>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
        <p:nvSpPr>
          <p:cNvPr id="10" name="Content Placeholder 2">
            <a:extLst>
              <a:ext uri="{FF2B5EF4-FFF2-40B4-BE49-F238E27FC236}">
                <a16:creationId xmlns:a16="http://schemas.microsoft.com/office/drawing/2014/main" id="{4AB68988-CF54-0148-A526-7E68069FA76F}"/>
              </a:ext>
            </a:extLst>
          </p:cNvPr>
          <p:cNvSpPr>
            <a:spLocks noGrp="1"/>
          </p:cNvSpPr>
          <p:nvPr>
            <p:ph idx="19"/>
          </p:nvPr>
        </p:nvSpPr>
        <p:spPr>
          <a:xfrm>
            <a:off x="2109216" y="3654455"/>
            <a:ext cx="9676384" cy="2527685"/>
          </a:xfrm>
          <a:prstGeom prst="rect">
            <a:avLst/>
          </a:prstGeom>
        </p:spPr>
        <p:txBody>
          <a:bodyPr/>
          <a:lstStyle>
            <a:lvl1pPr marL="0" indent="0">
              <a:lnSpc>
                <a:spcPct val="100000"/>
              </a:lnSpc>
              <a:spcBef>
                <a:spcPts val="0"/>
              </a:spcBef>
              <a:spcAft>
                <a:spcPts val="900"/>
              </a:spcAft>
              <a:buClr>
                <a:schemeClr val="tx2"/>
              </a:buClr>
              <a:buNone/>
              <a:defRPr sz="1200" baseline="0">
                <a:latin typeface="Arial" panose="020B0604020202020204" pitchFamily="34" charset="0"/>
                <a:cs typeface="Arial" pitchFamily="34" charset="0"/>
              </a:defRPr>
            </a:lvl1pPr>
            <a:lvl2pPr>
              <a:buClr>
                <a:srgbClr val="366698"/>
              </a:buClr>
              <a:defRPr sz="1625" baseline="0">
                <a:latin typeface="+mj-lt"/>
                <a:cs typeface="Arial" pitchFamily="34" charset="0"/>
              </a:defRPr>
            </a:lvl2pPr>
            <a:lvl3pPr>
              <a:buClr>
                <a:srgbClr val="366698"/>
              </a:buClr>
              <a:defRPr sz="1463" baseline="0">
                <a:latin typeface="+mj-lt"/>
                <a:cs typeface="Arial" pitchFamily="34" charset="0"/>
              </a:defRPr>
            </a:lvl3pPr>
            <a:lvl4pPr>
              <a:buClr>
                <a:srgbClr val="366698"/>
              </a:buClr>
              <a:defRPr sz="1463" baseline="0">
                <a:latin typeface="+mj-lt"/>
                <a:cs typeface="Arial" pitchFamily="34" charset="0"/>
              </a:defRPr>
            </a:lvl4pPr>
            <a:lvl5pPr>
              <a:buClr>
                <a:srgbClr val="366698"/>
              </a:buClr>
              <a:buFont typeface="Arial" pitchFamily="34" charset="0"/>
              <a:buChar char="•"/>
              <a:defRPr sz="1463" baseline="0">
                <a:latin typeface="+mj-lt"/>
                <a:cs typeface="Arial" pitchFamily="34" charset="0"/>
              </a:defRPr>
            </a:lvl5pPr>
          </a:lstStyle>
          <a:p>
            <a:pPr lvl="0"/>
            <a:r>
              <a:rPr lang="en-US"/>
              <a:t>Click to edit Master text styles</a:t>
            </a:r>
          </a:p>
        </p:txBody>
      </p:sp>
      <p:sp>
        <p:nvSpPr>
          <p:cNvPr id="12" name="Picture Placeholder 3">
            <a:extLst>
              <a:ext uri="{FF2B5EF4-FFF2-40B4-BE49-F238E27FC236}">
                <a16:creationId xmlns:a16="http://schemas.microsoft.com/office/drawing/2014/main" id="{3B4FFE66-0B0D-0048-94B4-20A9D5F2598A}"/>
              </a:ext>
            </a:extLst>
          </p:cNvPr>
          <p:cNvSpPr>
            <a:spLocks noGrp="1"/>
          </p:cNvSpPr>
          <p:nvPr>
            <p:ph type="pic" sz="quarter" idx="20" hasCustomPrompt="1"/>
          </p:nvPr>
        </p:nvSpPr>
        <p:spPr>
          <a:xfrm>
            <a:off x="406400" y="3747052"/>
            <a:ext cx="1508761" cy="1005840"/>
          </a:xfrm>
          <a:prstGeom prst="rect">
            <a:avLst/>
          </a:prstGeom>
          <a:solidFill>
            <a:schemeClr val="bg1">
              <a:lumMod val="75000"/>
            </a:schemeClr>
          </a:solidFill>
          <a:ln w="12700">
            <a:solidFill>
              <a:schemeClr val="bg1"/>
            </a:solidFill>
          </a:ln>
          <a:effectLst>
            <a:outerShdw blurRad="114300" algn="ctr" rotWithShape="0">
              <a:prstClr val="black">
                <a:alpha val="40000"/>
              </a:prstClr>
            </a:outerShdw>
          </a:effectLst>
        </p:spPr>
        <p:txBody>
          <a:bodyPr anchor="ctr"/>
          <a:lstStyle>
            <a:lvl1pPr marL="0" indent="0" algn="ctr">
              <a:buNone/>
              <a:defRPr sz="975">
                <a:latin typeface="Arial" panose="020B0604020202020204" pitchFamily="34" charset="0"/>
                <a:cs typeface="Arial" panose="020B0604020202020204" pitchFamily="34" charset="0"/>
              </a:defRPr>
            </a:lvl1pPr>
          </a:lstStyle>
          <a:p>
            <a:r>
              <a:rPr lang="en-US"/>
              <a:t>Bio Picture</a:t>
            </a:r>
          </a:p>
        </p:txBody>
      </p:sp>
      <p:sp>
        <p:nvSpPr>
          <p:cNvPr id="13" name="Slide Number Placeholder 5">
            <a:extLst>
              <a:ext uri="{FF2B5EF4-FFF2-40B4-BE49-F238E27FC236}">
                <a16:creationId xmlns:a16="http://schemas.microsoft.com/office/drawing/2014/main" id="{DFF9B4D5-5CC5-A64A-8685-2DABEA830FAD}"/>
              </a:ext>
            </a:extLst>
          </p:cNvPr>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4" name="Rectangle 13">
            <a:extLst>
              <a:ext uri="{FF2B5EF4-FFF2-40B4-BE49-F238E27FC236}">
                <a16:creationId xmlns:a16="http://schemas.microsoft.com/office/drawing/2014/main" id="{8CB961B7-8EE4-A945-A30C-4E8D36DB493D}"/>
              </a:ext>
            </a:extLst>
          </p:cNvPr>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Tree>
    <p:extLst>
      <p:ext uri="{BB962C8B-B14F-4D97-AF65-F5344CB8AC3E}">
        <p14:creationId xmlns:p14="http://schemas.microsoft.com/office/powerpoint/2010/main" val="2762053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Slide C">
    <p:spTree>
      <p:nvGrpSpPr>
        <p:cNvPr id="1" name=""/>
        <p:cNvGrpSpPr/>
        <p:nvPr/>
      </p:nvGrpSpPr>
      <p:grpSpPr>
        <a:xfrm>
          <a:off x="0" y="0"/>
          <a:ext cx="0" cy="0"/>
          <a:chOff x="0" y="0"/>
          <a:chExt cx="0" cy="0"/>
        </a:xfrm>
      </p:grpSpPr>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31" name="Content Placeholder 2">
            <a:extLst>
              <a:ext uri="{FF2B5EF4-FFF2-40B4-BE49-F238E27FC236}">
                <a16:creationId xmlns:a16="http://schemas.microsoft.com/office/drawing/2014/main" id="{80758E87-C144-2E4A-9793-73B97DDEF386}"/>
              </a:ext>
            </a:extLst>
          </p:cNvPr>
          <p:cNvSpPr>
            <a:spLocks noGrp="1"/>
          </p:cNvSpPr>
          <p:nvPr>
            <p:ph idx="1"/>
          </p:nvPr>
        </p:nvSpPr>
        <p:spPr>
          <a:xfrm>
            <a:off x="2109216" y="741125"/>
            <a:ext cx="3889248" cy="4800600"/>
          </a:xfrm>
          <a:prstGeom prst="rect">
            <a:avLst/>
          </a:prstGeom>
        </p:spPr>
        <p:txBody>
          <a:bodyPr/>
          <a:lstStyle>
            <a:lvl1pPr marL="0" indent="0">
              <a:lnSpc>
                <a:spcPct val="100000"/>
              </a:lnSpc>
              <a:spcBef>
                <a:spcPts val="0"/>
              </a:spcBef>
              <a:spcAft>
                <a:spcPts val="900"/>
              </a:spcAft>
              <a:buClr>
                <a:schemeClr val="tx2"/>
              </a:buClr>
              <a:buNone/>
              <a:defRPr sz="1200" baseline="0">
                <a:latin typeface="Arial" panose="020B0604020202020204" pitchFamily="34" charset="0"/>
                <a:cs typeface="Arial" pitchFamily="34" charset="0"/>
              </a:defRPr>
            </a:lvl1pPr>
            <a:lvl2pPr>
              <a:buClr>
                <a:srgbClr val="366698"/>
              </a:buClr>
              <a:defRPr sz="1625" baseline="0">
                <a:latin typeface="+mj-lt"/>
                <a:cs typeface="Arial" pitchFamily="34" charset="0"/>
              </a:defRPr>
            </a:lvl2pPr>
            <a:lvl3pPr>
              <a:buClr>
                <a:srgbClr val="366698"/>
              </a:buClr>
              <a:defRPr sz="1463" baseline="0">
                <a:latin typeface="+mj-lt"/>
                <a:cs typeface="Arial" pitchFamily="34" charset="0"/>
              </a:defRPr>
            </a:lvl3pPr>
            <a:lvl4pPr>
              <a:buClr>
                <a:srgbClr val="366698"/>
              </a:buClr>
              <a:defRPr sz="1463" baseline="0">
                <a:latin typeface="+mj-lt"/>
                <a:cs typeface="Arial" pitchFamily="34" charset="0"/>
              </a:defRPr>
            </a:lvl4pPr>
            <a:lvl5pPr>
              <a:buClr>
                <a:srgbClr val="366698"/>
              </a:buClr>
              <a:buFont typeface="Arial" pitchFamily="34" charset="0"/>
              <a:buChar char="•"/>
              <a:defRPr sz="1463" baseline="0">
                <a:latin typeface="+mj-lt"/>
                <a:cs typeface="Arial" pitchFamily="34" charset="0"/>
              </a:defRPr>
            </a:lvl5pPr>
          </a:lstStyle>
          <a:p>
            <a:pPr lvl="0"/>
            <a:r>
              <a:rPr lang="en-US"/>
              <a:t>Click to edit Master text styles</a:t>
            </a:r>
          </a:p>
        </p:txBody>
      </p:sp>
      <p:sp>
        <p:nvSpPr>
          <p:cNvPr id="29" name="Picture Placeholder 3">
            <a:extLst>
              <a:ext uri="{FF2B5EF4-FFF2-40B4-BE49-F238E27FC236}">
                <a16:creationId xmlns:a16="http://schemas.microsoft.com/office/drawing/2014/main" id="{2598AB93-00E1-454D-A372-1D134BE874BA}"/>
              </a:ext>
            </a:extLst>
          </p:cNvPr>
          <p:cNvSpPr>
            <a:spLocks noGrp="1"/>
          </p:cNvSpPr>
          <p:nvPr>
            <p:ph type="pic" sz="quarter" idx="13" hasCustomPrompt="1"/>
          </p:nvPr>
        </p:nvSpPr>
        <p:spPr>
          <a:xfrm>
            <a:off x="406400" y="833723"/>
            <a:ext cx="1508761" cy="1005840"/>
          </a:xfrm>
          <a:prstGeom prst="rect">
            <a:avLst/>
          </a:prstGeom>
          <a:solidFill>
            <a:schemeClr val="bg1">
              <a:lumMod val="75000"/>
            </a:schemeClr>
          </a:solidFill>
          <a:ln w="12700">
            <a:solidFill>
              <a:schemeClr val="bg1"/>
            </a:solidFill>
          </a:ln>
          <a:effectLst>
            <a:outerShdw blurRad="114300" algn="ctr" rotWithShape="0">
              <a:prstClr val="black">
                <a:alpha val="40000"/>
              </a:prstClr>
            </a:outerShdw>
          </a:effectLst>
        </p:spPr>
        <p:txBody>
          <a:bodyPr anchor="ctr"/>
          <a:lstStyle>
            <a:lvl1pPr marL="0" indent="0" algn="ctr">
              <a:buNone/>
              <a:defRPr sz="975">
                <a:latin typeface="Arial" panose="020B0604020202020204" pitchFamily="34" charset="0"/>
                <a:cs typeface="Arial" panose="020B0604020202020204" pitchFamily="34" charset="0"/>
              </a:defRPr>
            </a:lvl1pPr>
          </a:lstStyle>
          <a:p>
            <a:r>
              <a:rPr lang="en-US"/>
              <a:t>Bio Picture</a:t>
            </a:r>
          </a:p>
        </p:txBody>
      </p:sp>
      <p:sp>
        <p:nvSpPr>
          <p:cNvPr id="30" name="Content Placeholder 2">
            <a:extLst>
              <a:ext uri="{FF2B5EF4-FFF2-40B4-BE49-F238E27FC236}">
                <a16:creationId xmlns:a16="http://schemas.microsoft.com/office/drawing/2014/main" id="{46C9A5E3-71BF-DC46-9239-9031A682074B}"/>
              </a:ext>
            </a:extLst>
          </p:cNvPr>
          <p:cNvSpPr>
            <a:spLocks noGrp="1"/>
          </p:cNvSpPr>
          <p:nvPr>
            <p:ph idx="15"/>
          </p:nvPr>
        </p:nvSpPr>
        <p:spPr>
          <a:xfrm>
            <a:off x="7908544" y="741125"/>
            <a:ext cx="3877056" cy="4800600"/>
          </a:xfrm>
          <a:prstGeom prst="rect">
            <a:avLst/>
          </a:prstGeom>
        </p:spPr>
        <p:txBody>
          <a:bodyPr/>
          <a:lstStyle>
            <a:lvl1pPr marL="0" indent="0">
              <a:lnSpc>
                <a:spcPct val="100000"/>
              </a:lnSpc>
              <a:spcBef>
                <a:spcPts val="0"/>
              </a:spcBef>
              <a:spcAft>
                <a:spcPts val="900"/>
              </a:spcAft>
              <a:buClr>
                <a:schemeClr val="tx2"/>
              </a:buClr>
              <a:buNone/>
              <a:defRPr sz="1200" baseline="0">
                <a:latin typeface="Arial" panose="020B0604020202020204" pitchFamily="34" charset="0"/>
                <a:cs typeface="Arial" pitchFamily="34" charset="0"/>
              </a:defRPr>
            </a:lvl1pPr>
            <a:lvl2pPr>
              <a:buClr>
                <a:srgbClr val="366698"/>
              </a:buClr>
              <a:defRPr sz="1625" baseline="0">
                <a:latin typeface="+mj-lt"/>
                <a:cs typeface="Arial" pitchFamily="34" charset="0"/>
              </a:defRPr>
            </a:lvl2pPr>
            <a:lvl3pPr>
              <a:buClr>
                <a:srgbClr val="366698"/>
              </a:buClr>
              <a:defRPr sz="1463" baseline="0">
                <a:latin typeface="+mj-lt"/>
                <a:cs typeface="Arial" pitchFamily="34" charset="0"/>
              </a:defRPr>
            </a:lvl3pPr>
            <a:lvl4pPr>
              <a:buClr>
                <a:srgbClr val="366698"/>
              </a:buClr>
              <a:defRPr sz="1463" baseline="0">
                <a:latin typeface="+mj-lt"/>
                <a:cs typeface="Arial" pitchFamily="34" charset="0"/>
              </a:defRPr>
            </a:lvl4pPr>
            <a:lvl5pPr>
              <a:buClr>
                <a:srgbClr val="366698"/>
              </a:buClr>
              <a:buFont typeface="Arial" pitchFamily="34" charset="0"/>
              <a:buChar char="•"/>
              <a:defRPr sz="1463" baseline="0">
                <a:latin typeface="+mj-lt"/>
                <a:cs typeface="Arial" pitchFamily="34" charset="0"/>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CFC5884A-6C82-A849-A76A-F717EF4B1418}"/>
              </a:ext>
            </a:extLst>
          </p:cNvPr>
          <p:cNvSpPr>
            <a:spLocks noGrp="1"/>
          </p:cNvSpPr>
          <p:nvPr>
            <p:ph type="pic" sz="quarter" idx="16" hasCustomPrompt="1"/>
          </p:nvPr>
        </p:nvSpPr>
        <p:spPr>
          <a:xfrm>
            <a:off x="6205728" y="833723"/>
            <a:ext cx="1508761" cy="1005840"/>
          </a:xfrm>
          <a:prstGeom prst="rect">
            <a:avLst/>
          </a:prstGeom>
          <a:solidFill>
            <a:schemeClr val="bg1">
              <a:lumMod val="75000"/>
            </a:schemeClr>
          </a:solidFill>
          <a:ln w="12700">
            <a:solidFill>
              <a:schemeClr val="bg1"/>
            </a:solidFill>
          </a:ln>
          <a:effectLst>
            <a:outerShdw blurRad="114300" algn="ctr" rotWithShape="0">
              <a:prstClr val="black">
                <a:alpha val="40000"/>
              </a:prstClr>
            </a:outerShdw>
          </a:effectLst>
        </p:spPr>
        <p:txBody>
          <a:bodyPr anchor="ctr"/>
          <a:lstStyle>
            <a:lvl1pPr marL="0" indent="0" algn="ctr">
              <a:buNone/>
              <a:defRPr sz="975">
                <a:latin typeface="Arial" panose="020B0604020202020204" pitchFamily="34" charset="0"/>
                <a:cs typeface="Arial" panose="020B0604020202020204" pitchFamily="34" charset="0"/>
              </a:defRPr>
            </a:lvl1pPr>
          </a:lstStyle>
          <a:p>
            <a:r>
              <a:rPr lang="en-US"/>
              <a:t>Bio Picture</a:t>
            </a:r>
          </a:p>
        </p:txBody>
      </p:sp>
      <p:sp>
        <p:nvSpPr>
          <p:cNvPr id="35" name="Text Placeholder 2">
            <a:extLst>
              <a:ext uri="{FF2B5EF4-FFF2-40B4-BE49-F238E27FC236}">
                <a16:creationId xmlns:a16="http://schemas.microsoft.com/office/drawing/2014/main" id="{BB07D02E-EA64-8A43-9AB3-3406E4F34FAD}"/>
              </a:ext>
            </a:extLst>
          </p:cNvPr>
          <p:cNvSpPr>
            <a:spLocks noGrp="1"/>
          </p:cNvSpPr>
          <p:nvPr>
            <p:ph type="body" sz="quarter" idx="18"/>
          </p:nvPr>
        </p:nvSpPr>
        <p:spPr>
          <a:xfrm>
            <a:off x="406400" y="2020664"/>
            <a:ext cx="1508126" cy="1182687"/>
          </a:xfrm>
          <a:prstGeom prst="rect">
            <a:avLst/>
          </a:prstGeom>
        </p:spPr>
        <p:txBody>
          <a:bodyPr lIns="0" anchor="t"/>
          <a:lstStyle>
            <a:lvl1pPr marL="0" indent="0">
              <a:spcBef>
                <a:spcPts val="0"/>
              </a:spcBef>
              <a:buNone/>
              <a:defRPr sz="900">
                <a:latin typeface="Arial" panose="020B0604020202020204" pitchFamily="34" charset="0"/>
                <a:cs typeface="Arial" panose="020B0604020202020204" pitchFamily="34" charset="0"/>
              </a:defRPr>
            </a:lvl1pPr>
          </a:lstStyle>
          <a:p>
            <a:pPr lvl="0"/>
            <a:r>
              <a:rPr lang="en-US"/>
              <a:t>Click to edit Master text styles</a:t>
            </a:r>
          </a:p>
        </p:txBody>
      </p:sp>
      <p:sp>
        <p:nvSpPr>
          <p:cNvPr id="37" name="Text Placeholder 2">
            <a:extLst>
              <a:ext uri="{FF2B5EF4-FFF2-40B4-BE49-F238E27FC236}">
                <a16:creationId xmlns:a16="http://schemas.microsoft.com/office/drawing/2014/main" id="{482B3F1E-5143-E541-9ADE-09130697E478}"/>
              </a:ext>
            </a:extLst>
          </p:cNvPr>
          <p:cNvSpPr>
            <a:spLocks noGrp="1"/>
          </p:cNvSpPr>
          <p:nvPr>
            <p:ph type="body" sz="quarter" idx="19"/>
          </p:nvPr>
        </p:nvSpPr>
        <p:spPr>
          <a:xfrm>
            <a:off x="6205727" y="2020664"/>
            <a:ext cx="1508126" cy="1182687"/>
          </a:xfrm>
          <a:prstGeom prst="rect">
            <a:avLst/>
          </a:prstGeom>
        </p:spPr>
        <p:txBody>
          <a:bodyPr lIns="0" anchor="t"/>
          <a:lstStyle>
            <a:lvl1pPr marL="0" indent="0">
              <a:spcBef>
                <a:spcPts val="0"/>
              </a:spcBef>
              <a:buNone/>
              <a:defRPr sz="900">
                <a:latin typeface="Arial" panose="020B0604020202020204" pitchFamily="34" charset="0"/>
                <a:cs typeface="Arial" panose="020B0604020202020204" pitchFamily="34" charset="0"/>
              </a:defRPr>
            </a:lvl1pPr>
          </a:lstStyle>
          <a:p>
            <a:pPr lvl="0"/>
            <a:r>
              <a:rPr lang="en-US"/>
              <a:t>Click to edit Master text styles</a:t>
            </a:r>
          </a:p>
        </p:txBody>
      </p:sp>
      <p:sp>
        <p:nvSpPr>
          <p:cNvPr id="34" name="Rectangle 33">
            <a:extLst>
              <a:ext uri="{FF2B5EF4-FFF2-40B4-BE49-F238E27FC236}">
                <a16:creationId xmlns:a16="http://schemas.microsoft.com/office/drawing/2014/main" id="{FD75CD34-4FE0-AF49-A42B-976D28D3CE3F}"/>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40" name="Text Placeholder 11">
            <a:extLst>
              <a:ext uri="{FF2B5EF4-FFF2-40B4-BE49-F238E27FC236}">
                <a16:creationId xmlns:a16="http://schemas.microsoft.com/office/drawing/2014/main" id="{A5868D61-824B-D34F-8F18-E916760FC130}"/>
              </a:ext>
            </a:extLst>
          </p:cNvPr>
          <p:cNvSpPr>
            <a:spLocks noGrp="1"/>
          </p:cNvSpPr>
          <p:nvPr>
            <p:ph type="body" sz="quarter" idx="22"/>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Tree>
    <p:extLst>
      <p:ext uri="{BB962C8B-B14F-4D97-AF65-F5344CB8AC3E}">
        <p14:creationId xmlns:p14="http://schemas.microsoft.com/office/powerpoint/2010/main" val="26499788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2_Slide C">
    <p:spTree>
      <p:nvGrpSpPr>
        <p:cNvPr id="1" name=""/>
        <p:cNvGrpSpPr/>
        <p:nvPr/>
      </p:nvGrpSpPr>
      <p:grpSpPr>
        <a:xfrm>
          <a:off x="0" y="0"/>
          <a:ext cx="0" cy="0"/>
          <a:chOff x="0" y="0"/>
          <a:chExt cx="0" cy="0"/>
        </a:xfrm>
      </p:grpSpPr>
      <p:sp>
        <p:nvSpPr>
          <p:cNvPr id="9" name="Slide Number Placeholder 5"/>
          <p:cNvSpPr txBox="1">
            <a:spLocks/>
          </p:cNvSpPr>
          <p:nvPr userDrawn="1"/>
        </p:nvSpPr>
        <p:spPr>
          <a:xfrm>
            <a:off x="9042400" y="6468716"/>
            <a:ext cx="2844800" cy="365125"/>
          </a:xfrm>
          <a:prstGeom prst="rect">
            <a:avLst/>
          </a:prstGeom>
        </p:spPr>
        <p:txBody>
          <a:bodyPr anchor="ct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r" eaLnBrk="1" hangingPunct="1">
              <a:defRPr/>
            </a:pPr>
            <a:fld id="{A99A3044-14CE-2841-B4E9-A360D0D4FCDE}" type="slidenum">
              <a:rPr lang="en-US" altLang="en-US" sz="691" b="0" i="0" smtClean="0">
                <a:solidFill>
                  <a:srgbClr val="898989"/>
                </a:solidFill>
                <a:latin typeface="Arial" panose="020B0604020202020204" pitchFamily="34" charset="0"/>
              </a:rPr>
              <a:pPr algn="r" eaLnBrk="1" hangingPunct="1">
                <a:defRPr/>
              </a:pPr>
              <a:t>‹#›</a:t>
            </a:fld>
            <a:endParaRPr lang="en-US" altLang="en-US" sz="691" b="0" i="0">
              <a:solidFill>
                <a:srgbClr val="898989"/>
              </a:solidFill>
              <a:latin typeface="Arial" panose="020B0604020202020204" pitchFamily="34" charset="0"/>
            </a:endParaRPr>
          </a:p>
        </p:txBody>
      </p:sp>
      <p:sp>
        <p:nvSpPr>
          <p:cNvPr id="11" name="Rectangle 10"/>
          <p:cNvSpPr>
            <a:spLocks noChangeArrowheads="1"/>
          </p:cNvSpPr>
          <p:nvPr userDrawn="1"/>
        </p:nvSpPr>
        <p:spPr bwMode="auto">
          <a:xfrm>
            <a:off x="8763754" y="6544914"/>
            <a:ext cx="2717046" cy="19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GB" altLang="en-US" sz="691" b="0" i="0">
                <a:solidFill>
                  <a:srgbClr val="7F7F7F"/>
                </a:solidFill>
                <a:latin typeface="Arial" panose="020B0604020202020204" pitchFamily="34" charset="0"/>
                <a:ea typeface="Calibri" pitchFamily="34" charset="0"/>
                <a:cs typeface="Times New Roman" pitchFamily="18" charset="0"/>
              </a:rPr>
              <a:t>CONFIDENTIAL</a:t>
            </a:r>
          </a:p>
        </p:txBody>
      </p:sp>
      <p:sp>
        <p:nvSpPr>
          <p:cNvPr id="16" name="Rectangle 15">
            <a:extLst>
              <a:ext uri="{FF2B5EF4-FFF2-40B4-BE49-F238E27FC236}">
                <a16:creationId xmlns:a16="http://schemas.microsoft.com/office/drawing/2014/main" id="{0DB70FF5-FAB6-BB4C-892A-B768FA1F13FD}"/>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7" name="Text Placeholder 11">
            <a:extLst>
              <a:ext uri="{FF2B5EF4-FFF2-40B4-BE49-F238E27FC236}">
                <a16:creationId xmlns:a16="http://schemas.microsoft.com/office/drawing/2014/main" id="{25F971BF-EE97-A743-A5F4-D16E940A6C17}"/>
              </a:ext>
            </a:extLst>
          </p:cNvPr>
          <p:cNvSpPr>
            <a:spLocks noGrp="1"/>
          </p:cNvSpPr>
          <p:nvPr>
            <p:ph type="body" sz="quarter" idx="11"/>
          </p:nvPr>
        </p:nvSpPr>
        <p:spPr>
          <a:xfrm>
            <a:off x="406400" y="2"/>
            <a:ext cx="11379200" cy="669235"/>
          </a:xfrm>
          <a:prstGeom prst="rect">
            <a:avLst/>
          </a:prstGeom>
        </p:spPr>
        <p:txBody>
          <a:bodyPr tIns="182880" anchor="t" anchorCtr="0"/>
          <a:lstStyle>
            <a:lvl1pPr marL="0" indent="0">
              <a:spcBef>
                <a:spcPts val="0"/>
              </a:spcBef>
              <a:buNone/>
              <a:tabLst/>
              <a:defRPr sz="2000" b="1" baseline="0">
                <a:solidFill>
                  <a:schemeClr val="tx2"/>
                </a:solidFill>
                <a:latin typeface="Arial" panose="020B0604020202020204" pitchFamily="34" charset="0"/>
                <a:cs typeface="Arial" panose="020B0604020202020204" pitchFamily="34" charset="0"/>
              </a:defRPr>
            </a:lvl1pPr>
            <a:lvl2pPr>
              <a:spcBef>
                <a:spcPts val="0"/>
              </a:spcBef>
              <a:buNone/>
              <a:defRPr sz="1950" b="1">
                <a:solidFill>
                  <a:schemeClr val="tx2"/>
                </a:solidFill>
              </a:defRPr>
            </a:lvl2pPr>
            <a:lvl3pPr>
              <a:spcBef>
                <a:spcPts val="0"/>
              </a:spcBef>
              <a:buNone/>
              <a:defRPr sz="1950" b="1">
                <a:solidFill>
                  <a:schemeClr val="tx2"/>
                </a:solidFill>
              </a:defRPr>
            </a:lvl3pPr>
            <a:lvl4pPr>
              <a:spcBef>
                <a:spcPts val="0"/>
              </a:spcBef>
              <a:buNone/>
              <a:defRPr sz="1950" b="1">
                <a:solidFill>
                  <a:schemeClr val="tx2"/>
                </a:solidFill>
              </a:defRPr>
            </a:lvl4pPr>
            <a:lvl5pPr>
              <a:spcBef>
                <a:spcPts val="0"/>
              </a:spcBef>
              <a:buNone/>
              <a:defRPr sz="1950" b="1">
                <a:solidFill>
                  <a:schemeClr val="tx2"/>
                </a:solidFill>
              </a:defRPr>
            </a:lvl5pPr>
          </a:lstStyle>
          <a:p>
            <a:pPr lvl="0"/>
            <a:r>
              <a:rPr lang="en-US"/>
              <a:t>Click to edit Master text styles</a:t>
            </a:r>
          </a:p>
        </p:txBody>
      </p:sp>
    </p:spTree>
    <p:extLst>
      <p:ext uri="{BB962C8B-B14F-4D97-AF65-F5344CB8AC3E}">
        <p14:creationId xmlns:p14="http://schemas.microsoft.com/office/powerpoint/2010/main" val="32120158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Slide C">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C5C7EB-3745-0744-B1E3-08515B43F515}"/>
              </a:ext>
            </a:extLst>
          </p:cNvPr>
          <p:cNvSpPr/>
          <p:nvPr userDrawn="1"/>
        </p:nvSpPr>
        <p:spPr>
          <a:xfrm>
            <a:off x="0" y="0"/>
            <a:ext cx="1219200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EAEBA4B-BBC4-F846-B0C1-7788D8E6B17E}"/>
              </a:ext>
            </a:extLst>
          </p:cNvPr>
          <p:cNvSpPr/>
          <p:nvPr userDrawn="1"/>
        </p:nvSpPr>
        <p:spPr>
          <a:xfrm>
            <a:off x="0" y="0"/>
            <a:ext cx="12192000" cy="76200"/>
          </a:xfrm>
          <a:prstGeom prst="rect">
            <a:avLst/>
          </a:prstGeom>
          <a:solidFill>
            <a:srgbClr val="0026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Tree>
    <p:extLst>
      <p:ext uri="{BB962C8B-B14F-4D97-AF65-F5344CB8AC3E}">
        <p14:creationId xmlns:p14="http://schemas.microsoft.com/office/powerpoint/2010/main" val="42044829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650" b="0" i="0" smtClean="0">
                <a:solidFill>
                  <a:srgbClr val="898989"/>
                </a:solidFill>
                <a:latin typeface="Arial" panose="020B0604020202020204" pitchFamily="34" charset="0"/>
              </a:defRPr>
            </a:lvl1pPr>
          </a:lstStyle>
          <a:p>
            <a:pPr>
              <a:defRPr/>
            </a:pPr>
            <a:fld id="{5CF48321-3E59-8F4B-B10A-0845735124CE}"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168" r:id="rId1"/>
    <p:sldLayoutId id="2147484323" r:id="rId2"/>
    <p:sldLayoutId id="2147484173" r:id="rId3"/>
    <p:sldLayoutId id="2147484331" r:id="rId4"/>
    <p:sldLayoutId id="2147484332" r:id="rId5"/>
    <p:sldLayoutId id="2147484330" r:id="rId6"/>
    <p:sldLayoutId id="2147484335" r:id="rId7"/>
    <p:sldLayoutId id="2147484338" r:id="rId8"/>
    <p:sldLayoutId id="2147484339" r:id="rId9"/>
    <p:sldLayoutId id="2147484337" r:id="rId10"/>
    <p:sldLayoutId id="2147484334" r:id="rId11"/>
    <p:sldLayoutId id="2147484333" r:id="rId12"/>
    <p:sldLayoutId id="2147484326" r:id="rId13"/>
    <p:sldLayoutId id="2147484336" r:id="rId14"/>
    <p:sldLayoutId id="2147484328" r:id="rId15"/>
    <p:sldLayoutId id="2147484340" r:id="rId16"/>
    <p:sldLayoutId id="2147484329" r:id="rId17"/>
  </p:sldLayoutIdLst>
  <p:hf hdr="0" ftr="0" dt="0"/>
  <p:txStyles>
    <p:titleStyle>
      <a:lvl1pPr algn="ctr" rtl="0" eaLnBrk="1" fontAlgn="base" hangingPunct="1">
        <a:spcBef>
          <a:spcPct val="0"/>
        </a:spcBef>
        <a:spcAft>
          <a:spcPct val="0"/>
        </a:spcAft>
        <a:defRPr sz="3575" kern="1200">
          <a:solidFill>
            <a:schemeClr val="tx1"/>
          </a:solidFill>
          <a:latin typeface="+mj-lt"/>
          <a:ea typeface="ＭＳ Ｐゴシック" charset="0"/>
          <a:cs typeface="+mj-cs"/>
        </a:defRPr>
      </a:lvl1pPr>
      <a:lvl2pPr algn="ctr" rtl="0" eaLnBrk="1" fontAlgn="base" hangingPunct="1">
        <a:spcBef>
          <a:spcPct val="0"/>
        </a:spcBef>
        <a:spcAft>
          <a:spcPct val="0"/>
        </a:spcAft>
        <a:defRPr sz="3575">
          <a:solidFill>
            <a:schemeClr val="tx1"/>
          </a:solidFill>
          <a:latin typeface="Calibri" pitchFamily="34" charset="0"/>
          <a:ea typeface="ＭＳ Ｐゴシック" charset="0"/>
        </a:defRPr>
      </a:lvl2pPr>
      <a:lvl3pPr algn="ctr" rtl="0" eaLnBrk="1" fontAlgn="base" hangingPunct="1">
        <a:spcBef>
          <a:spcPct val="0"/>
        </a:spcBef>
        <a:spcAft>
          <a:spcPct val="0"/>
        </a:spcAft>
        <a:defRPr sz="3575">
          <a:solidFill>
            <a:schemeClr val="tx1"/>
          </a:solidFill>
          <a:latin typeface="Calibri" pitchFamily="34" charset="0"/>
          <a:ea typeface="ＭＳ Ｐゴシック" charset="0"/>
        </a:defRPr>
      </a:lvl3pPr>
      <a:lvl4pPr algn="ctr" rtl="0" eaLnBrk="1" fontAlgn="base" hangingPunct="1">
        <a:spcBef>
          <a:spcPct val="0"/>
        </a:spcBef>
        <a:spcAft>
          <a:spcPct val="0"/>
        </a:spcAft>
        <a:defRPr sz="3575">
          <a:solidFill>
            <a:schemeClr val="tx1"/>
          </a:solidFill>
          <a:latin typeface="Calibri" pitchFamily="34" charset="0"/>
          <a:ea typeface="ＭＳ Ｐゴシック" charset="0"/>
        </a:defRPr>
      </a:lvl4pPr>
      <a:lvl5pPr algn="ctr" rtl="0" eaLnBrk="1" fontAlgn="base" hangingPunct="1">
        <a:spcBef>
          <a:spcPct val="0"/>
        </a:spcBef>
        <a:spcAft>
          <a:spcPct val="0"/>
        </a:spcAft>
        <a:defRPr sz="3575">
          <a:solidFill>
            <a:schemeClr val="tx1"/>
          </a:solidFill>
          <a:latin typeface="Calibri" pitchFamily="34" charset="0"/>
          <a:ea typeface="ＭＳ Ｐゴシック" charset="0"/>
        </a:defRPr>
      </a:lvl5pPr>
      <a:lvl6pPr marL="371475" algn="ctr" rtl="0" eaLnBrk="1" fontAlgn="base" hangingPunct="1">
        <a:spcBef>
          <a:spcPct val="0"/>
        </a:spcBef>
        <a:spcAft>
          <a:spcPct val="0"/>
        </a:spcAft>
        <a:defRPr sz="3575">
          <a:solidFill>
            <a:schemeClr val="tx1"/>
          </a:solidFill>
          <a:latin typeface="Calibri" pitchFamily="34" charset="0"/>
        </a:defRPr>
      </a:lvl6pPr>
      <a:lvl7pPr marL="742950" algn="ctr" rtl="0" eaLnBrk="1" fontAlgn="base" hangingPunct="1">
        <a:spcBef>
          <a:spcPct val="0"/>
        </a:spcBef>
        <a:spcAft>
          <a:spcPct val="0"/>
        </a:spcAft>
        <a:defRPr sz="3575">
          <a:solidFill>
            <a:schemeClr val="tx1"/>
          </a:solidFill>
          <a:latin typeface="Calibri" pitchFamily="34" charset="0"/>
        </a:defRPr>
      </a:lvl7pPr>
      <a:lvl8pPr marL="1114425" algn="ctr" rtl="0" eaLnBrk="1" fontAlgn="base" hangingPunct="1">
        <a:spcBef>
          <a:spcPct val="0"/>
        </a:spcBef>
        <a:spcAft>
          <a:spcPct val="0"/>
        </a:spcAft>
        <a:defRPr sz="3575">
          <a:solidFill>
            <a:schemeClr val="tx1"/>
          </a:solidFill>
          <a:latin typeface="Calibri" pitchFamily="34" charset="0"/>
        </a:defRPr>
      </a:lvl8pPr>
      <a:lvl9pPr marL="1485900" algn="ctr" rtl="0" eaLnBrk="1" fontAlgn="base" hangingPunct="1">
        <a:spcBef>
          <a:spcPct val="0"/>
        </a:spcBef>
        <a:spcAft>
          <a:spcPct val="0"/>
        </a:spcAft>
        <a:defRPr sz="3575">
          <a:solidFill>
            <a:schemeClr val="tx1"/>
          </a:solidFill>
          <a:latin typeface="Calibri" pitchFamily="34" charset="0"/>
        </a:defRPr>
      </a:lvl9pPr>
    </p:titleStyle>
    <p:bodyStyle>
      <a:lvl1pPr marL="278606" indent="-278606" algn="l"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1pPr>
      <a:lvl2pPr marL="603647" indent="-232172" algn="l" rtl="0" eaLnBrk="1" fontAlgn="base" hangingPunct="1">
        <a:spcBef>
          <a:spcPct val="20000"/>
        </a:spcBef>
        <a:spcAft>
          <a:spcPct val="0"/>
        </a:spcAft>
        <a:buFont typeface="Arial" charset="0"/>
        <a:buChar char="–"/>
        <a:defRPr sz="2275" kern="1200">
          <a:solidFill>
            <a:schemeClr val="tx1"/>
          </a:solidFill>
          <a:latin typeface="+mn-lt"/>
          <a:ea typeface="ＭＳ Ｐゴシック" charset="0"/>
          <a:cs typeface="+mn-cs"/>
        </a:defRPr>
      </a:lvl2pPr>
      <a:lvl3pPr marL="928688" indent="-185738" algn="l" rtl="0" eaLnBrk="1" fontAlgn="base" hangingPunct="1">
        <a:spcBef>
          <a:spcPct val="20000"/>
        </a:spcBef>
        <a:spcAft>
          <a:spcPct val="0"/>
        </a:spcAft>
        <a:buFont typeface="Arial" charset="0"/>
        <a:buChar char="•"/>
        <a:defRPr sz="1950" kern="1200">
          <a:solidFill>
            <a:schemeClr val="tx1"/>
          </a:solidFill>
          <a:latin typeface="+mn-lt"/>
          <a:ea typeface="ＭＳ Ｐゴシック" charset="0"/>
          <a:cs typeface="+mn-cs"/>
        </a:defRPr>
      </a:lvl3pPr>
      <a:lvl4pPr marL="1300163" indent="-185738" algn="l" rtl="0" eaLnBrk="1" fontAlgn="base" hangingPunct="1">
        <a:spcBef>
          <a:spcPct val="20000"/>
        </a:spcBef>
        <a:spcAft>
          <a:spcPct val="0"/>
        </a:spcAft>
        <a:buFont typeface="Arial" charset="0"/>
        <a:buChar char="–"/>
        <a:defRPr sz="1625" kern="1200">
          <a:solidFill>
            <a:schemeClr val="tx1"/>
          </a:solidFill>
          <a:latin typeface="+mn-lt"/>
          <a:ea typeface="ＭＳ Ｐゴシック" charset="0"/>
          <a:cs typeface="+mn-cs"/>
        </a:defRPr>
      </a:lvl4pPr>
      <a:lvl5pPr marL="1671638" indent="-185738" algn="l" rtl="0" eaLnBrk="1" fontAlgn="base" hangingPunct="1">
        <a:spcBef>
          <a:spcPct val="20000"/>
        </a:spcBef>
        <a:spcAft>
          <a:spcPct val="0"/>
        </a:spcAft>
        <a:buFont typeface="Arial" charset="0"/>
        <a:buChar char="»"/>
        <a:defRPr sz="1625" kern="1200">
          <a:solidFill>
            <a:schemeClr val="tx1"/>
          </a:solidFill>
          <a:latin typeface="+mn-lt"/>
          <a:ea typeface="ＭＳ Ｐゴシック" charset="0"/>
          <a:cs typeface="+mn-cs"/>
        </a:defRPr>
      </a:lvl5pPr>
      <a:lvl6pPr marL="2043113"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6pPr>
      <a:lvl7pPr marL="2414588"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7pPr>
      <a:lvl8pPr marL="2786063"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8pPr>
      <a:lvl9pPr marL="3157538"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package" Target="../embeddings/Microsoft_Excel_Worksheet.xlsx"/><Relationship Id="rId1" Type="http://schemas.openxmlformats.org/officeDocument/2006/relationships/slideLayout" Target="../slideLayouts/slideLayout6.xml"/><Relationship Id="rId5" Type="http://schemas.openxmlformats.org/officeDocument/2006/relationships/image" Target="../media/image6.wmf"/><Relationship Id="rId4" Type="http://schemas.openxmlformats.org/officeDocument/2006/relationships/package" Target="../embeddings/Microsoft_Excel_Worksheet1.xlsx"/></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8534-6355-EE4C-B32D-6CF8155C72EA}"/>
              </a:ext>
            </a:extLst>
          </p:cNvPr>
          <p:cNvSpPr>
            <a:spLocks noGrp="1"/>
          </p:cNvSpPr>
          <p:nvPr>
            <p:ph type="title"/>
          </p:nvPr>
        </p:nvSpPr>
        <p:spPr/>
        <p:txBody>
          <a:bodyPr/>
          <a:lstStyle/>
          <a:p>
            <a:r>
              <a:rPr lang="en-US" sz="3000" b="1"/>
              <a:t>Risk Typologies and Coverage Analysis – Outcomes </a:t>
            </a:r>
            <a:br>
              <a:rPr lang="en-US" sz="3000" b="1"/>
            </a:br>
            <a:r>
              <a:rPr lang="en-US" sz="3000" b="1"/>
              <a:t>for UC CZ</a:t>
            </a:r>
            <a:br>
              <a:rPr lang="en-US" sz="3000" b="1"/>
            </a:br>
            <a:br>
              <a:rPr lang="en-US" sz="3000" b="1"/>
            </a:br>
            <a:r>
              <a:rPr lang="en-US" sz="1800" b="1" i="1" err="1"/>
              <a:t>Siron</a:t>
            </a:r>
            <a:r>
              <a:rPr lang="en-US" sz="1800" b="1" i="1"/>
              <a:t> Replacement project</a:t>
            </a:r>
            <a:br>
              <a:rPr lang="en-US" sz="3000" b="1"/>
            </a:br>
            <a:endParaRPr lang="en-US" sz="3000" b="1"/>
          </a:p>
        </p:txBody>
      </p:sp>
    </p:spTree>
    <p:extLst>
      <p:ext uri="{BB962C8B-B14F-4D97-AF65-F5344CB8AC3E}">
        <p14:creationId xmlns:p14="http://schemas.microsoft.com/office/powerpoint/2010/main" val="4020666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E1B243F-41F8-B242-8A6F-9437E4EC2AAE}"/>
              </a:ext>
            </a:extLst>
          </p:cNvPr>
          <p:cNvSpPr>
            <a:spLocks noGrp="1"/>
          </p:cNvSpPr>
          <p:nvPr>
            <p:ph type="body" sz="quarter" idx="11"/>
          </p:nvPr>
        </p:nvSpPr>
        <p:spPr>
          <a:xfrm>
            <a:off x="406400" y="-10884"/>
            <a:ext cx="11379200" cy="669235"/>
          </a:xfrm>
        </p:spPr>
        <p:txBody>
          <a:bodyPr/>
          <a:lstStyle/>
          <a:p>
            <a:r>
              <a:rPr lang="en-US">
                <a:latin typeface="Calibri" panose="020F0502020204030204" pitchFamily="34" charset="0"/>
                <a:cs typeface="Calibri" panose="020F0502020204030204" pitchFamily="34" charset="0"/>
              </a:rPr>
              <a:t>Executive Summary  </a:t>
            </a:r>
            <a:endParaRPr lang="en-US" strike="sngStrike">
              <a:latin typeface="Calibri" panose="020F0502020204030204" pitchFamily="34" charset="0"/>
              <a:cs typeface="Calibri" panose="020F0502020204030204" pitchFamily="34" charset="0"/>
            </a:endParaRPr>
          </a:p>
        </p:txBody>
      </p:sp>
      <p:sp>
        <p:nvSpPr>
          <p:cNvPr id="83" name="Rectangle 82">
            <a:extLst>
              <a:ext uri="{FF2B5EF4-FFF2-40B4-BE49-F238E27FC236}">
                <a16:creationId xmlns:a16="http://schemas.microsoft.com/office/drawing/2014/main" id="{28CB7F35-0099-4B7E-BAC9-55CC0CB9F6FA}"/>
              </a:ext>
            </a:extLst>
          </p:cNvPr>
          <p:cNvSpPr/>
          <p:nvPr/>
        </p:nvSpPr>
        <p:spPr>
          <a:xfrm>
            <a:off x="370338" y="658352"/>
            <a:ext cx="11041373" cy="5715016"/>
          </a:xfrm>
          <a:prstGeom prst="rect">
            <a:avLst/>
          </a:prstGeom>
          <a:no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342900" lvl="0" indent="-342900" algn="just" fontAlgn="base" hangingPunct="0">
              <a:spcAft>
                <a:spcPts val="600"/>
              </a:spcAft>
              <a:buFont typeface="Wingdings" panose="05000000000000000000" pitchFamily="2" charset="2"/>
              <a:buChar char="§"/>
              <a:tabLst>
                <a:tab pos="457200" algn="l"/>
              </a:tabLst>
            </a:pPr>
            <a:r>
              <a:rPr lang="en-US" sz="1300">
                <a:solidFill>
                  <a:srgbClr val="002664"/>
                </a:solidFill>
                <a:latin typeface="Calibri" panose="020F0502020204030204" pitchFamily="34" charset="0"/>
                <a:ea typeface="Calibri" panose="020F0502020204030204" pitchFamily="34" charset="0"/>
              </a:rPr>
              <a:t>Based on the established proprietary library of red flags and respective sources, Promontory has identified </a:t>
            </a:r>
            <a:r>
              <a:rPr lang="en-US" sz="1300" b="1">
                <a:solidFill>
                  <a:srgbClr val="002664"/>
                </a:solidFill>
                <a:latin typeface="Calibri" panose="020F0502020204030204" pitchFamily="34" charset="0"/>
                <a:ea typeface="Calibri" panose="020F0502020204030204" pitchFamily="34" charset="0"/>
              </a:rPr>
              <a:t>40 Risk typologies</a:t>
            </a:r>
            <a:r>
              <a:rPr lang="en-US" sz="1300">
                <a:solidFill>
                  <a:srgbClr val="002664"/>
                </a:solidFill>
                <a:latin typeface="Calibri" panose="020F0502020204030204" pitchFamily="34" charset="0"/>
                <a:ea typeface="Calibri" panose="020F0502020204030204" pitchFamily="34" charset="0"/>
              </a:rPr>
              <a:t> (</a:t>
            </a:r>
            <a:r>
              <a:rPr lang="en-US" sz="1300" b="1">
                <a:solidFill>
                  <a:srgbClr val="002664"/>
                </a:solidFill>
                <a:latin typeface="Calibri" panose="020F0502020204030204" pitchFamily="34" charset="0"/>
                <a:ea typeface="Calibri" panose="020F0502020204030204" pitchFamily="34" charset="0"/>
              </a:rPr>
              <a:t>RTs</a:t>
            </a:r>
            <a:r>
              <a:rPr lang="en-US" sz="1300">
                <a:solidFill>
                  <a:srgbClr val="002664"/>
                </a:solidFill>
                <a:latin typeface="Calibri" panose="020F0502020204030204" pitchFamily="34" charset="0"/>
                <a:ea typeface="Calibri" panose="020F0502020204030204" pitchFamily="34" charset="0"/>
              </a:rPr>
              <a:t>) applicable to Unicredit, out of which </a:t>
            </a:r>
            <a:r>
              <a:rPr lang="en-US" sz="1300" b="1">
                <a:solidFill>
                  <a:srgbClr val="002664"/>
                </a:solidFill>
                <a:latin typeface="Calibri" panose="020F0502020204030204" pitchFamily="34" charset="0"/>
                <a:ea typeface="Calibri" panose="020F0502020204030204" pitchFamily="34" charset="0"/>
              </a:rPr>
              <a:t>17</a:t>
            </a:r>
            <a:r>
              <a:rPr lang="en-US" sz="1300">
                <a:solidFill>
                  <a:srgbClr val="002664"/>
                </a:solidFill>
                <a:latin typeface="Calibri" panose="020F0502020204030204" pitchFamily="34" charset="0"/>
                <a:ea typeface="Calibri" panose="020F0502020204030204" pitchFamily="34" charset="0"/>
              </a:rPr>
              <a:t> are already included in the </a:t>
            </a:r>
            <a:r>
              <a:rPr lang="en-US" sz="1300" err="1">
                <a:solidFill>
                  <a:srgbClr val="002664"/>
                </a:solidFill>
                <a:latin typeface="Calibri" panose="020F0502020204030204" pitchFamily="34" charset="0"/>
                <a:ea typeface="Calibri" panose="020F0502020204030204" pitchFamily="34" charset="0"/>
              </a:rPr>
              <a:t>TxM</a:t>
            </a:r>
            <a:r>
              <a:rPr lang="en-US" sz="1300">
                <a:solidFill>
                  <a:srgbClr val="002664"/>
                </a:solidFill>
                <a:latin typeface="Calibri" panose="020F0502020204030204" pitchFamily="34" charset="0"/>
                <a:ea typeface="Calibri" panose="020F0502020204030204" pitchFamily="34" charset="0"/>
              </a:rPr>
              <a:t> GOR 1265 from 11.2022</a:t>
            </a:r>
          </a:p>
          <a:p>
            <a:pPr marL="285750" lvl="0" indent="-285750" algn="just" fontAlgn="base" hangingPunct="0">
              <a:spcAft>
                <a:spcPts val="600"/>
              </a:spcAft>
              <a:buFont typeface="Wingdings" panose="05000000000000000000" pitchFamily="2" charset="2"/>
              <a:buChar char="§"/>
              <a:tabLst>
                <a:tab pos="457200" algn="l"/>
              </a:tabLst>
            </a:pPr>
            <a:r>
              <a:rPr lang="en-US" sz="1300">
                <a:solidFill>
                  <a:srgbClr val="002664"/>
                </a:solidFill>
                <a:latin typeface="Calibri" panose="020F0502020204030204" pitchFamily="34" charset="0"/>
              </a:rPr>
              <a:t>The identified risk typologies have been discussed with </a:t>
            </a:r>
            <a:r>
              <a:rPr lang="en-US" sz="1300" b="1">
                <a:solidFill>
                  <a:srgbClr val="002664"/>
                </a:solidFill>
                <a:latin typeface="Calibri" panose="020F0502020204030204" pitchFamily="34" charset="0"/>
              </a:rPr>
              <a:t>UCB CZ</a:t>
            </a:r>
            <a:r>
              <a:rPr lang="en-US" sz="1300">
                <a:solidFill>
                  <a:srgbClr val="002664"/>
                </a:solidFill>
                <a:latin typeface="Calibri" panose="020F0502020204030204" pitchFamily="34" charset="0"/>
              </a:rPr>
              <a:t> for the applicability and the scenarios currently active at local level have been mapped vs those (see Annex 2 - </a:t>
            </a:r>
            <a:r>
              <a:rPr lang="en-US" sz="1300" i="1">
                <a:solidFill>
                  <a:srgbClr val="002664"/>
                </a:solidFill>
                <a:latin typeface="Calibri" panose="020F0502020204030204" pitchFamily="34" charset="0"/>
              </a:rPr>
              <a:t>Questionnaire &amp; Scenarios mapping</a:t>
            </a:r>
            <a:r>
              <a:rPr lang="en-US" sz="1300">
                <a:solidFill>
                  <a:srgbClr val="002664"/>
                </a:solidFill>
                <a:latin typeface="Calibri" panose="020F0502020204030204" pitchFamily="34" charset="0"/>
              </a:rPr>
              <a:t>). </a:t>
            </a:r>
          </a:p>
          <a:p>
            <a:pPr marL="285750" indent="-285750" algn="just">
              <a:spcAft>
                <a:spcPts val="600"/>
              </a:spcAft>
              <a:buFont typeface="Wingdings" panose="05000000000000000000" pitchFamily="2" charset="2"/>
              <a:buChar char="§"/>
              <a:tabLst>
                <a:tab pos="457200" algn="l"/>
              </a:tabLst>
            </a:pPr>
            <a:r>
              <a:rPr lang="en-US" sz="1300">
                <a:solidFill>
                  <a:srgbClr val="002664"/>
                </a:solidFill>
                <a:latin typeface="Calibri" panose="020F0502020204030204" pitchFamily="34" charset="0"/>
                <a:ea typeface="Calibri" panose="020F0502020204030204" pitchFamily="34" charset="0"/>
              </a:rPr>
              <a:t>An additional analysis of </a:t>
            </a:r>
            <a:r>
              <a:rPr lang="en-US" sz="1300" b="1">
                <a:solidFill>
                  <a:srgbClr val="002664"/>
                </a:solidFill>
                <a:latin typeface="Calibri" panose="020F0502020204030204" pitchFamily="34" charset="0"/>
                <a:ea typeface="Calibri" panose="020F0502020204030204" pitchFamily="34" charset="0"/>
              </a:rPr>
              <a:t>local specific Regulatory requests has been performed </a:t>
            </a:r>
            <a:r>
              <a:rPr lang="en-US" sz="1300">
                <a:solidFill>
                  <a:srgbClr val="002664"/>
                </a:solidFill>
                <a:latin typeface="Calibri" panose="020F0502020204030204" pitchFamily="34" charset="0"/>
                <a:ea typeface="Calibri" panose="020F0502020204030204" pitchFamily="34" charset="0"/>
              </a:rPr>
              <a:t>based on: a) explicit requests reported by local MLRO, or b) analysis of the AS IS local scenarios and interview with local MLRO showing the need to develop for local purposes some additional scenarios (see Annex 2). </a:t>
            </a:r>
            <a:endParaRPr lang="en-US" sz="1300">
              <a:solidFill>
                <a:srgbClr val="002664"/>
              </a:solidFill>
              <a:latin typeface="Calibri" panose="020F0502020204030204" pitchFamily="34" charset="0"/>
            </a:endParaRPr>
          </a:p>
          <a:p>
            <a:pPr marL="285750" lvl="0" indent="-285750" algn="just" fontAlgn="base" hangingPunct="0">
              <a:spcAft>
                <a:spcPts val="600"/>
              </a:spcAft>
              <a:buFont typeface="Wingdings" panose="05000000000000000000" pitchFamily="2" charset="2"/>
              <a:buChar char="§"/>
              <a:tabLst>
                <a:tab pos="457200" algn="l"/>
              </a:tabLst>
            </a:pPr>
            <a:r>
              <a:rPr lang="en-US" sz="1300">
                <a:solidFill>
                  <a:srgbClr val="002664"/>
                </a:solidFill>
                <a:latin typeface="Calibri" panose="020F0502020204030204" pitchFamily="34" charset="0"/>
              </a:rPr>
              <a:t>As a result:</a:t>
            </a:r>
          </a:p>
          <a:p>
            <a:pPr marL="742950" lvl="1" indent="-285750" algn="just">
              <a:spcAft>
                <a:spcPts val="600"/>
              </a:spcAft>
              <a:buFont typeface="Arial" panose="020B0604020202020204" pitchFamily="34" charset="0"/>
              <a:buChar char="•"/>
              <a:tabLst>
                <a:tab pos="457200" algn="l"/>
              </a:tabLst>
            </a:pPr>
            <a:r>
              <a:rPr lang="en-US" sz="1300" b="1">
                <a:solidFill>
                  <a:srgbClr val="002664"/>
                </a:solidFill>
                <a:latin typeface="Calibri" panose="020F0502020204030204" pitchFamily="34" charset="0"/>
              </a:rPr>
              <a:t>2</a:t>
            </a:r>
            <a:r>
              <a:rPr lang="tr-TR" sz="1300" b="1">
                <a:solidFill>
                  <a:srgbClr val="002664"/>
                </a:solidFill>
                <a:latin typeface="Calibri" panose="020F0502020204030204" pitchFamily="34" charset="0"/>
              </a:rPr>
              <a:t>3</a:t>
            </a:r>
            <a:r>
              <a:rPr lang="en-US" sz="1300" b="1">
                <a:solidFill>
                  <a:srgbClr val="002664"/>
                </a:solidFill>
                <a:latin typeface="Calibri" panose="020F0502020204030204" pitchFamily="34" charset="0"/>
              </a:rPr>
              <a:t> RTs</a:t>
            </a:r>
            <a:r>
              <a:rPr lang="en-US" sz="1300">
                <a:solidFill>
                  <a:srgbClr val="002664"/>
                </a:solidFill>
                <a:latin typeface="Calibri" panose="020F0502020204030204" pitchFamily="34" charset="0"/>
              </a:rPr>
              <a:t> have been identified as applicable and are </a:t>
            </a:r>
            <a:r>
              <a:rPr lang="en-US" sz="1300" b="1">
                <a:solidFill>
                  <a:srgbClr val="002664"/>
                </a:solidFill>
                <a:latin typeface="Calibri" panose="020F0502020204030204" pitchFamily="34" charset="0"/>
              </a:rPr>
              <a:t>proposed for monitoring within the target tool</a:t>
            </a:r>
          </a:p>
          <a:p>
            <a:pPr marL="742950" lvl="1" indent="-285750" algn="just">
              <a:spcAft>
                <a:spcPts val="600"/>
              </a:spcAft>
              <a:buFont typeface="Arial" panose="020B0604020202020204" pitchFamily="34" charset="0"/>
              <a:buChar char="•"/>
              <a:tabLst>
                <a:tab pos="457200" algn="l"/>
              </a:tabLst>
            </a:pPr>
            <a:r>
              <a:rPr lang="tr-TR" sz="1300" b="1">
                <a:solidFill>
                  <a:srgbClr val="002664"/>
                </a:solidFill>
                <a:latin typeface="Calibri" panose="020F0502020204030204" pitchFamily="34" charset="0"/>
              </a:rPr>
              <a:t>7</a:t>
            </a:r>
            <a:r>
              <a:rPr lang="en-US" sz="1300" b="1">
                <a:solidFill>
                  <a:srgbClr val="002664"/>
                </a:solidFill>
                <a:latin typeface="Calibri" panose="020F0502020204030204" pitchFamily="34" charset="0"/>
              </a:rPr>
              <a:t> RTs </a:t>
            </a:r>
            <a:r>
              <a:rPr lang="en-US" sz="1300">
                <a:solidFill>
                  <a:srgbClr val="002664"/>
                </a:solidFill>
                <a:latin typeface="Calibri" panose="020F0502020204030204" pitchFamily="34" charset="0"/>
              </a:rPr>
              <a:t>have been identified as </a:t>
            </a:r>
            <a:r>
              <a:rPr lang="en-US" sz="1300" b="1">
                <a:solidFill>
                  <a:srgbClr val="002664"/>
                </a:solidFill>
                <a:latin typeface="Calibri" panose="020F0502020204030204" pitchFamily="34" charset="0"/>
              </a:rPr>
              <a:t>not applicable </a:t>
            </a:r>
            <a:r>
              <a:rPr lang="en-US" sz="1300">
                <a:solidFill>
                  <a:srgbClr val="002664"/>
                </a:solidFill>
                <a:latin typeface="Calibri" panose="020F0502020204030204" pitchFamily="34" charset="0"/>
              </a:rPr>
              <a:t>to UC CZ</a:t>
            </a:r>
          </a:p>
          <a:p>
            <a:pPr marL="742950" lvl="1" indent="-285750" algn="just">
              <a:spcAft>
                <a:spcPts val="600"/>
              </a:spcAft>
              <a:buFont typeface="Arial" panose="020B0604020202020204" pitchFamily="34" charset="0"/>
              <a:buChar char="•"/>
              <a:tabLst>
                <a:tab pos="457200" algn="l"/>
              </a:tabLst>
            </a:pPr>
            <a:r>
              <a:rPr lang="en-US" sz="1300" b="1">
                <a:solidFill>
                  <a:srgbClr val="002664"/>
                </a:solidFill>
                <a:effectLst/>
                <a:latin typeface="Calibri" panose="020F0502020204030204" pitchFamily="34" charset="0"/>
                <a:ea typeface="Calibri" panose="020F0502020204030204" pitchFamily="34" charset="0"/>
              </a:rPr>
              <a:t>10 RTs </a:t>
            </a:r>
            <a:r>
              <a:rPr lang="en-US" sz="1300">
                <a:solidFill>
                  <a:srgbClr val="002664"/>
                </a:solidFill>
                <a:effectLst/>
                <a:latin typeface="Calibri" panose="020F0502020204030204" pitchFamily="34" charset="0"/>
                <a:ea typeface="Calibri" panose="020F0502020204030204" pitchFamily="34" charset="0"/>
              </a:rPr>
              <a:t>have been proposed as </a:t>
            </a:r>
            <a:r>
              <a:rPr lang="en-US" sz="1300" b="1">
                <a:solidFill>
                  <a:srgbClr val="002664"/>
                </a:solidFill>
                <a:effectLst/>
                <a:latin typeface="Calibri" panose="020F0502020204030204" pitchFamily="34" charset="0"/>
                <a:ea typeface="Calibri" panose="020F0502020204030204" pitchFamily="34" charset="0"/>
              </a:rPr>
              <a:t>not to be monitored </a:t>
            </a:r>
            <a:r>
              <a:rPr lang="en-US" sz="1300">
                <a:solidFill>
                  <a:srgbClr val="002664"/>
                </a:solidFill>
                <a:effectLst/>
                <a:latin typeface="Calibri" panose="020F0502020204030204" pitchFamily="34" charset="0"/>
                <a:ea typeface="Calibri" panose="020F0502020204030204" pitchFamily="34" charset="0"/>
              </a:rPr>
              <a:t>and descoped </a:t>
            </a:r>
          </a:p>
          <a:p>
            <a:pPr marL="285750" indent="-285750" algn="just">
              <a:spcAft>
                <a:spcPts val="600"/>
              </a:spcAft>
              <a:buFont typeface="Arial" panose="020B0604020202020204" pitchFamily="34" charset="0"/>
              <a:buChar char="•"/>
              <a:tabLst>
                <a:tab pos="457200" algn="l"/>
              </a:tabLst>
            </a:pPr>
            <a:r>
              <a:rPr lang="en-US" sz="1300">
                <a:solidFill>
                  <a:srgbClr val="002664"/>
                </a:solidFill>
                <a:latin typeface="Calibri" panose="020F0502020204030204" pitchFamily="34" charset="0"/>
                <a:ea typeface="Calibri" panose="020F0502020204030204" pitchFamily="34" charset="0"/>
              </a:rPr>
              <a:t>A total of </a:t>
            </a:r>
            <a:r>
              <a:rPr lang="en-US" sz="1300" b="1">
                <a:solidFill>
                  <a:srgbClr val="002664"/>
                </a:solidFill>
                <a:latin typeface="Calibri" panose="020F0502020204030204" pitchFamily="34" charset="0"/>
                <a:ea typeface="Calibri" panose="020F0502020204030204" pitchFamily="34" charset="0"/>
              </a:rPr>
              <a:t>20 </a:t>
            </a:r>
            <a:r>
              <a:rPr lang="en-US" sz="1300">
                <a:solidFill>
                  <a:srgbClr val="002664"/>
                </a:solidFill>
                <a:latin typeface="Calibri" panose="020F0502020204030204" pitchFamily="34" charset="0"/>
                <a:ea typeface="Calibri" panose="020F0502020204030204" pitchFamily="34" charset="0"/>
              </a:rPr>
              <a:t>out of the box scenarios of Oracle will be used to ensure the risk full or partial coverage of the identified risk typologies to be subject to a TxM monitoring. In addition</a:t>
            </a:r>
            <a:r>
              <a:rPr lang="tr-TR" sz="1300">
                <a:solidFill>
                  <a:srgbClr val="002664"/>
                </a:solidFill>
                <a:latin typeface="Calibri" panose="020F0502020204030204" pitchFamily="34" charset="0"/>
                <a:ea typeface="Calibri" panose="020F0502020204030204" pitchFamily="34" charset="0"/>
              </a:rPr>
              <a:t>,</a:t>
            </a:r>
            <a:r>
              <a:rPr lang="en-US" sz="1300">
                <a:solidFill>
                  <a:srgbClr val="002664"/>
                </a:solidFill>
                <a:latin typeface="Calibri" panose="020F0502020204030204" pitchFamily="34" charset="0"/>
                <a:ea typeface="Calibri" panose="020F0502020204030204" pitchFamily="34" charset="0"/>
              </a:rPr>
              <a:t> </a:t>
            </a:r>
            <a:r>
              <a:rPr lang="tr-TR" sz="1300">
                <a:solidFill>
                  <a:srgbClr val="002664"/>
                </a:solidFill>
                <a:latin typeface="Calibri" panose="020F0502020204030204" pitchFamily="34" charset="0"/>
                <a:ea typeface="Calibri" panose="020F0502020204030204" pitchFamily="34" charset="0"/>
              </a:rPr>
              <a:t>2</a:t>
            </a:r>
            <a:r>
              <a:rPr lang="en-US" sz="1300">
                <a:solidFill>
                  <a:srgbClr val="002664"/>
                </a:solidFill>
                <a:latin typeface="Calibri" panose="020F0502020204030204" pitchFamily="34" charset="0"/>
                <a:ea typeface="Calibri" panose="020F0502020204030204" pitchFamily="34" charset="0"/>
              </a:rPr>
              <a:t> scenarios need to be developed as of today are not present in Oracle library:</a:t>
            </a:r>
          </a:p>
          <a:p>
            <a:pPr marL="742950" lvl="1" indent="-285750" algn="just">
              <a:spcAft>
                <a:spcPts val="600"/>
              </a:spcAft>
              <a:buFont typeface="Arial" panose="020B0604020202020204" pitchFamily="34" charset="0"/>
              <a:buChar char="•"/>
              <a:tabLst>
                <a:tab pos="457200" algn="l"/>
              </a:tabLst>
            </a:pPr>
            <a:r>
              <a:rPr lang="en-US" sz="1300" b="1">
                <a:solidFill>
                  <a:srgbClr val="002664"/>
                </a:solidFill>
                <a:latin typeface="Calibri" panose="020F0502020204030204" pitchFamily="34" charset="0"/>
                <a:ea typeface="Calibri" panose="020F0502020204030204" pitchFamily="34" charset="0"/>
              </a:rPr>
              <a:t>1</a:t>
            </a:r>
            <a:r>
              <a:rPr lang="tr-TR" sz="1300" b="1">
                <a:solidFill>
                  <a:srgbClr val="002664"/>
                </a:solidFill>
                <a:latin typeface="Calibri" panose="020F0502020204030204" pitchFamily="34" charset="0"/>
                <a:ea typeface="Calibri" panose="020F0502020204030204" pitchFamily="34" charset="0"/>
              </a:rPr>
              <a:t>9</a:t>
            </a:r>
            <a:r>
              <a:rPr lang="en-US" sz="1300" b="1">
                <a:solidFill>
                  <a:srgbClr val="002664"/>
                </a:solidFill>
                <a:latin typeface="Calibri" panose="020F0502020204030204" pitchFamily="34" charset="0"/>
                <a:ea typeface="Calibri" panose="020F0502020204030204" pitchFamily="34" charset="0"/>
              </a:rPr>
              <a:t> RTs </a:t>
            </a:r>
            <a:r>
              <a:rPr lang="en-US" sz="1300">
                <a:solidFill>
                  <a:srgbClr val="002664"/>
                </a:solidFill>
                <a:latin typeface="Calibri" panose="020F0502020204030204" pitchFamily="34" charset="0"/>
                <a:ea typeface="Calibri" panose="020F0502020204030204" pitchFamily="34" charset="0"/>
              </a:rPr>
              <a:t>are fully covered by </a:t>
            </a:r>
            <a:r>
              <a:rPr lang="en-US" sz="1300" b="1">
                <a:solidFill>
                  <a:srgbClr val="002664"/>
                </a:solidFill>
                <a:latin typeface="Calibri" panose="020F0502020204030204" pitchFamily="34" charset="0"/>
                <a:ea typeface="Calibri" panose="020F0502020204030204" pitchFamily="34" charset="0"/>
              </a:rPr>
              <a:t>Oracle Scenarios</a:t>
            </a:r>
          </a:p>
          <a:p>
            <a:pPr marL="742950" lvl="1" indent="-285750" algn="just">
              <a:spcAft>
                <a:spcPts val="600"/>
              </a:spcAft>
              <a:buFont typeface="Arial" panose="020B0604020202020204" pitchFamily="34" charset="0"/>
              <a:buChar char="•"/>
              <a:tabLst>
                <a:tab pos="457200" algn="l"/>
              </a:tabLst>
            </a:pPr>
            <a:r>
              <a:rPr lang="tr-TR" sz="1300" b="1">
                <a:solidFill>
                  <a:srgbClr val="002664"/>
                </a:solidFill>
                <a:latin typeface="Calibri" panose="020F0502020204030204" pitchFamily="34" charset="0"/>
                <a:ea typeface="Calibri" panose="020F0502020204030204" pitchFamily="34" charset="0"/>
              </a:rPr>
              <a:t>2</a:t>
            </a:r>
            <a:r>
              <a:rPr lang="en-US" sz="1300" b="1">
                <a:solidFill>
                  <a:srgbClr val="002664"/>
                </a:solidFill>
                <a:latin typeface="Calibri" panose="020F0502020204030204" pitchFamily="34" charset="0"/>
                <a:ea typeface="Calibri" panose="020F0502020204030204" pitchFamily="34" charset="0"/>
              </a:rPr>
              <a:t> RTs are partial</a:t>
            </a:r>
            <a:r>
              <a:rPr lang="tr-TR" sz="1300" b="1">
                <a:solidFill>
                  <a:srgbClr val="002664"/>
                </a:solidFill>
                <a:latin typeface="Calibri" panose="020F0502020204030204" pitchFamily="34" charset="0"/>
                <a:ea typeface="Calibri" panose="020F0502020204030204" pitchFamily="34" charset="0"/>
              </a:rPr>
              <a:t>ly</a:t>
            </a:r>
            <a:r>
              <a:rPr lang="en-US" sz="1300" b="1">
                <a:solidFill>
                  <a:srgbClr val="002664"/>
                </a:solidFill>
                <a:latin typeface="Calibri" panose="020F0502020204030204" pitchFamily="34" charset="0"/>
                <a:ea typeface="Calibri" panose="020F0502020204030204" pitchFamily="34" charset="0"/>
              </a:rPr>
              <a:t> covered</a:t>
            </a:r>
          </a:p>
          <a:p>
            <a:pPr marL="742950" lvl="1" indent="-285750" algn="just">
              <a:spcAft>
                <a:spcPts val="600"/>
              </a:spcAft>
              <a:buFont typeface="Arial" panose="020B0604020202020204" pitchFamily="34" charset="0"/>
              <a:buChar char="•"/>
              <a:tabLst>
                <a:tab pos="457200" algn="l"/>
              </a:tabLst>
            </a:pPr>
            <a:r>
              <a:rPr lang="tr-TR" sz="1300" b="1">
                <a:solidFill>
                  <a:srgbClr val="002664"/>
                </a:solidFill>
                <a:latin typeface="Calibri" panose="020F0502020204030204" pitchFamily="34" charset="0"/>
                <a:ea typeface="Calibri" panose="020F0502020204030204" pitchFamily="34" charset="0"/>
              </a:rPr>
              <a:t>2</a:t>
            </a:r>
            <a:r>
              <a:rPr lang="en-US" sz="1300" b="1">
                <a:solidFill>
                  <a:srgbClr val="002664"/>
                </a:solidFill>
                <a:latin typeface="Calibri" panose="020F0502020204030204" pitchFamily="34" charset="0"/>
                <a:ea typeface="Calibri" panose="020F0502020204030204" pitchFamily="34" charset="0"/>
              </a:rPr>
              <a:t> RTs </a:t>
            </a:r>
            <a:r>
              <a:rPr lang="en-US" sz="1300">
                <a:solidFill>
                  <a:srgbClr val="002664"/>
                </a:solidFill>
                <a:latin typeface="Calibri" panose="020F0502020204030204" pitchFamily="34" charset="0"/>
                <a:ea typeface="Calibri" panose="020F0502020204030204" pitchFamily="34" charset="0"/>
              </a:rPr>
              <a:t>can not be at all covered by Oracle library and dedicated scenarios need to be developed </a:t>
            </a:r>
          </a:p>
          <a:p>
            <a:pPr marL="285750" indent="-285750" algn="just">
              <a:spcAft>
                <a:spcPts val="600"/>
              </a:spcAft>
              <a:buFont typeface="Arial" panose="020B0604020202020204" pitchFamily="34" charset="0"/>
              <a:buChar char="•"/>
              <a:tabLst>
                <a:tab pos="457200" algn="l"/>
              </a:tabLst>
            </a:pPr>
            <a:endParaRPr lang="en-US" sz="1300">
              <a:solidFill>
                <a:srgbClr val="002664"/>
              </a:solidFill>
              <a:latin typeface="Calibri" panose="020F0502020204030204" pitchFamily="34" charset="0"/>
              <a:ea typeface="Calibri" panose="020F0502020204030204" pitchFamily="34" charset="0"/>
            </a:endParaRPr>
          </a:p>
          <a:p>
            <a:pPr marL="285750" indent="-285750" algn="just">
              <a:spcAft>
                <a:spcPts val="600"/>
              </a:spcAft>
              <a:buFont typeface="Arial" panose="020B0604020202020204" pitchFamily="34" charset="0"/>
              <a:buChar char="•"/>
              <a:tabLst>
                <a:tab pos="457200" algn="l"/>
              </a:tabLst>
            </a:pPr>
            <a:r>
              <a:rPr lang="en-US" sz="1300">
                <a:solidFill>
                  <a:srgbClr val="002664"/>
                </a:solidFill>
                <a:latin typeface="Calibri" panose="020F0502020204030204" pitchFamily="34" charset="0"/>
                <a:ea typeface="Calibri" panose="020F0502020204030204" pitchFamily="34" charset="0"/>
              </a:rPr>
              <a:t>For </a:t>
            </a:r>
            <a:r>
              <a:rPr lang="en-US" sz="1300" b="1">
                <a:solidFill>
                  <a:srgbClr val="002664"/>
                </a:solidFill>
                <a:latin typeface="Calibri" panose="020F0502020204030204" pitchFamily="34" charset="0"/>
                <a:ea typeface="Calibri" panose="020F0502020204030204" pitchFamily="34" charset="0"/>
              </a:rPr>
              <a:t>UC Factoring </a:t>
            </a:r>
            <a:r>
              <a:rPr lang="en-US" sz="1300">
                <a:solidFill>
                  <a:srgbClr val="002664"/>
                </a:solidFill>
                <a:latin typeface="Calibri" panose="020F0502020204030204" pitchFamily="34" charset="0"/>
                <a:ea typeface="Calibri" panose="020F0502020204030204" pitchFamily="34" charset="0"/>
              </a:rPr>
              <a:t>outcome analysis is reported in Annex 3</a:t>
            </a:r>
          </a:p>
        </p:txBody>
      </p:sp>
      <p:sp>
        <p:nvSpPr>
          <p:cNvPr id="2" name="Rectangle 1">
            <a:extLst>
              <a:ext uri="{FF2B5EF4-FFF2-40B4-BE49-F238E27FC236}">
                <a16:creationId xmlns:a16="http://schemas.microsoft.com/office/drawing/2014/main" id="{A826002D-FD24-C2B6-3066-F6168C773832}"/>
              </a:ext>
            </a:extLst>
          </p:cNvPr>
          <p:cNvSpPr/>
          <p:nvPr/>
        </p:nvSpPr>
        <p:spPr>
          <a:xfrm>
            <a:off x="370337" y="6464808"/>
            <a:ext cx="11041373" cy="310896"/>
          </a:xfrm>
          <a:prstGeom prst="rect">
            <a:avLst/>
          </a:prstGeom>
          <a:no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fontAlgn="base" hangingPunct="0">
              <a:spcAft>
                <a:spcPts val="600"/>
              </a:spcAft>
              <a:tabLst>
                <a:tab pos="457200" algn="l"/>
              </a:tabLst>
            </a:pPr>
            <a:r>
              <a:rPr lang="en-US" sz="1600" i="1">
                <a:solidFill>
                  <a:srgbClr val="002664"/>
                </a:solidFill>
                <a:latin typeface="Calibri" panose="020F0502020204030204" pitchFamily="34" charset="0"/>
                <a:ea typeface="Calibri" panose="020F0502020204030204" pitchFamily="34" charset="0"/>
              </a:rPr>
              <a:t>N.B. : All figures and assessment results here reported are valid for UCB CZ only   </a:t>
            </a:r>
            <a:endParaRPr lang="en-US" sz="1600" i="1">
              <a:solidFill>
                <a:srgbClr val="002664"/>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648175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33FD8C-33B1-EDFC-61D1-222365A95871}"/>
              </a:ext>
            </a:extLst>
          </p:cNvPr>
          <p:cNvSpPr>
            <a:spLocks noGrp="1"/>
          </p:cNvSpPr>
          <p:nvPr>
            <p:ph type="body" sz="quarter" idx="11"/>
          </p:nvPr>
        </p:nvSpPr>
        <p:spPr/>
        <p:txBody>
          <a:bodyPr/>
          <a:lstStyle/>
          <a:p>
            <a:r>
              <a:rPr lang="en-US"/>
              <a:t>Group Risk Typologies and Target scenarios (1/2) -  applicable in UCB CZ</a:t>
            </a:r>
          </a:p>
        </p:txBody>
      </p:sp>
      <p:sp>
        <p:nvSpPr>
          <p:cNvPr id="4" name="Rectangle 3">
            <a:extLst>
              <a:ext uri="{FF2B5EF4-FFF2-40B4-BE49-F238E27FC236}">
                <a16:creationId xmlns:a16="http://schemas.microsoft.com/office/drawing/2014/main" id="{D59E3B74-C045-8711-AC6A-5397AFD55BB3}"/>
              </a:ext>
            </a:extLst>
          </p:cNvPr>
          <p:cNvSpPr/>
          <p:nvPr/>
        </p:nvSpPr>
        <p:spPr>
          <a:xfrm>
            <a:off x="470320" y="2906101"/>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 Transaction from/to high risk countries</a:t>
            </a:r>
          </a:p>
        </p:txBody>
      </p:sp>
      <p:sp>
        <p:nvSpPr>
          <p:cNvPr id="5" name="Rectangle 4">
            <a:extLst>
              <a:ext uri="{FF2B5EF4-FFF2-40B4-BE49-F238E27FC236}">
                <a16:creationId xmlns:a16="http://schemas.microsoft.com/office/drawing/2014/main" id="{08733026-59F8-9F97-A45D-A07878C03595}"/>
              </a:ext>
            </a:extLst>
          </p:cNvPr>
          <p:cNvSpPr/>
          <p:nvPr/>
        </p:nvSpPr>
        <p:spPr>
          <a:xfrm>
            <a:off x="461225" y="3254121"/>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 Transaction from /to  tax haven, offshore jurisdiction, duty free zones</a:t>
            </a:r>
          </a:p>
        </p:txBody>
      </p:sp>
      <p:sp>
        <p:nvSpPr>
          <p:cNvPr id="6" name="Rectangle 5">
            <a:extLst>
              <a:ext uri="{FF2B5EF4-FFF2-40B4-BE49-F238E27FC236}">
                <a16:creationId xmlns:a16="http://schemas.microsoft.com/office/drawing/2014/main" id="{3D583595-D6B7-F26C-A2DB-1FC4F923D972}"/>
              </a:ext>
            </a:extLst>
          </p:cNvPr>
          <p:cNvSpPr/>
          <p:nvPr/>
        </p:nvSpPr>
        <p:spPr>
          <a:xfrm>
            <a:off x="470320" y="3602141"/>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3. High risk Customers</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7F63FF12-9BE6-2699-6A46-97C88548A642}"/>
              </a:ext>
            </a:extLst>
          </p:cNvPr>
          <p:cNvSpPr/>
          <p:nvPr/>
        </p:nvSpPr>
        <p:spPr>
          <a:xfrm>
            <a:off x="470320" y="5332716"/>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4. Significant transactions involving cash/cheques</a:t>
            </a:r>
          </a:p>
        </p:txBody>
      </p:sp>
      <p:sp>
        <p:nvSpPr>
          <p:cNvPr id="8" name="Rectangle 7">
            <a:extLst>
              <a:ext uri="{FF2B5EF4-FFF2-40B4-BE49-F238E27FC236}">
                <a16:creationId xmlns:a16="http://schemas.microsoft.com/office/drawing/2014/main" id="{6935F384-C467-642F-3843-18C5DF8B56CF}"/>
              </a:ext>
            </a:extLst>
          </p:cNvPr>
          <p:cNvSpPr/>
          <p:nvPr/>
        </p:nvSpPr>
        <p:spPr>
          <a:xfrm>
            <a:off x="472775" y="4260081"/>
            <a:ext cx="4261104" cy="3520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6. Significant volume/value of transactions between Originator and Beneficiary</a:t>
            </a:r>
          </a:p>
        </p:txBody>
      </p:sp>
      <p:sp>
        <p:nvSpPr>
          <p:cNvPr id="9" name="Rectangle 8">
            <a:extLst>
              <a:ext uri="{FF2B5EF4-FFF2-40B4-BE49-F238E27FC236}">
                <a16:creationId xmlns:a16="http://schemas.microsoft.com/office/drawing/2014/main" id="{5A707896-3212-9840-8F7D-AB9D9981DAB6}"/>
              </a:ext>
            </a:extLst>
          </p:cNvPr>
          <p:cNvSpPr/>
          <p:nvPr/>
        </p:nvSpPr>
        <p:spPr>
          <a:xfrm>
            <a:off x="472777" y="5013271"/>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8. Transactions from/to countries of conflict or increased terrorist activity</a:t>
            </a:r>
          </a:p>
        </p:txBody>
      </p:sp>
      <p:sp>
        <p:nvSpPr>
          <p:cNvPr id="10" name="Rectangle 9">
            <a:extLst>
              <a:ext uri="{FF2B5EF4-FFF2-40B4-BE49-F238E27FC236}">
                <a16:creationId xmlns:a16="http://schemas.microsoft.com/office/drawing/2014/main" id="{CBDA5AC9-2FB3-E59F-E30B-3C47EC894877}"/>
              </a:ext>
            </a:extLst>
          </p:cNvPr>
          <p:cNvSpPr/>
          <p:nvPr/>
        </p:nvSpPr>
        <p:spPr>
          <a:xfrm>
            <a:off x="472773" y="5971606"/>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10. Frequent transactions involving cash/cheques</a:t>
            </a:r>
          </a:p>
        </p:txBody>
      </p:sp>
      <p:sp>
        <p:nvSpPr>
          <p:cNvPr id="11" name="Rectangle 10">
            <a:extLst>
              <a:ext uri="{FF2B5EF4-FFF2-40B4-BE49-F238E27FC236}">
                <a16:creationId xmlns:a16="http://schemas.microsoft.com/office/drawing/2014/main" id="{7DBAE6B6-CF9B-BC49-07B5-B95A3B280DFD}"/>
              </a:ext>
            </a:extLst>
          </p:cNvPr>
          <p:cNvSpPr/>
          <p:nvPr/>
        </p:nvSpPr>
        <p:spPr>
          <a:xfrm>
            <a:off x="470319" y="6291051"/>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15. Huge increase in cash/cheques transactions</a:t>
            </a:r>
          </a:p>
        </p:txBody>
      </p:sp>
      <p:sp>
        <p:nvSpPr>
          <p:cNvPr id="12" name="Rectangle 11">
            <a:extLst>
              <a:ext uri="{FF2B5EF4-FFF2-40B4-BE49-F238E27FC236}">
                <a16:creationId xmlns:a16="http://schemas.microsoft.com/office/drawing/2014/main" id="{62E3FAC4-2A6F-6F79-DD92-E0F1E6AE3830}"/>
              </a:ext>
            </a:extLst>
          </p:cNvPr>
          <p:cNvSpPr/>
          <p:nvPr/>
        </p:nvSpPr>
        <p:spPr>
          <a:xfrm>
            <a:off x="472775" y="4693826"/>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7. Sudden activity in previously inactive/dormant account</a:t>
            </a:r>
          </a:p>
        </p:txBody>
      </p:sp>
      <p:sp>
        <p:nvSpPr>
          <p:cNvPr id="21" name="Rectangle 20">
            <a:extLst>
              <a:ext uri="{FF2B5EF4-FFF2-40B4-BE49-F238E27FC236}">
                <a16:creationId xmlns:a16="http://schemas.microsoft.com/office/drawing/2014/main" id="{5FF4FB58-F69D-DB97-7146-93CB1EBCB8DD}"/>
              </a:ext>
            </a:extLst>
          </p:cNvPr>
          <p:cNvSpPr/>
          <p:nvPr/>
        </p:nvSpPr>
        <p:spPr>
          <a:xfrm>
            <a:off x="472448" y="5652161"/>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9. Significant and unexplained increases in cash deposits</a:t>
            </a:r>
          </a:p>
        </p:txBody>
      </p:sp>
      <p:sp>
        <p:nvSpPr>
          <p:cNvPr id="26" name="Rectangle 25">
            <a:extLst>
              <a:ext uri="{FF2B5EF4-FFF2-40B4-BE49-F238E27FC236}">
                <a16:creationId xmlns:a16="http://schemas.microsoft.com/office/drawing/2014/main" id="{A8554B63-95F2-F7AD-A59B-F4E891E8992D}"/>
              </a:ext>
            </a:extLst>
          </p:cNvPr>
          <p:cNvSpPr/>
          <p:nvPr/>
        </p:nvSpPr>
        <p:spPr>
          <a:xfrm>
            <a:off x="470320" y="3940636"/>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5. Purchasing or selling high amount of foreign currencies </a:t>
            </a:r>
            <a:r>
              <a:rPr lang="en-US" sz="1000" i="1" u="sng">
                <a:solidFill>
                  <a:schemeClr val="tx2"/>
                </a:solidFill>
                <a:latin typeface="Calibri" panose="020F0502020204030204" pitchFamily="34" charset="0"/>
                <a:ea typeface="Calibri" panose="020F0502020204030204" pitchFamily="34" charset="0"/>
                <a:cs typeface="Calibri" panose="020F0502020204030204" pitchFamily="34" charset="0"/>
              </a:rPr>
              <a:t>(mat. check done)</a:t>
            </a:r>
          </a:p>
        </p:txBody>
      </p:sp>
      <p:sp>
        <p:nvSpPr>
          <p:cNvPr id="31" name="Rectangle 30">
            <a:extLst>
              <a:ext uri="{FF2B5EF4-FFF2-40B4-BE49-F238E27FC236}">
                <a16:creationId xmlns:a16="http://schemas.microsoft.com/office/drawing/2014/main" id="{678870D3-41FD-DF0B-A411-636D8485C07B}"/>
              </a:ext>
            </a:extLst>
          </p:cNvPr>
          <p:cNvSpPr/>
          <p:nvPr/>
        </p:nvSpPr>
        <p:spPr>
          <a:xfrm>
            <a:off x="4827544" y="2933169"/>
            <a:ext cx="2256885" cy="217328"/>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3.1 HR Geography</a:t>
            </a:r>
          </a:p>
        </p:txBody>
      </p:sp>
      <p:sp>
        <p:nvSpPr>
          <p:cNvPr id="32" name="Rectangle 31">
            <a:extLst>
              <a:ext uri="{FF2B5EF4-FFF2-40B4-BE49-F238E27FC236}">
                <a16:creationId xmlns:a16="http://schemas.microsoft.com/office/drawing/2014/main" id="{EE08ECCD-30D2-803D-E086-B312E476087A}"/>
              </a:ext>
            </a:extLst>
          </p:cNvPr>
          <p:cNvSpPr/>
          <p:nvPr/>
        </p:nvSpPr>
        <p:spPr>
          <a:xfrm>
            <a:off x="7178097" y="2932731"/>
            <a:ext cx="2020884" cy="237743"/>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5.3 CIB - HR Geography Activity</a:t>
            </a:r>
          </a:p>
        </p:txBody>
      </p:sp>
      <p:sp>
        <p:nvSpPr>
          <p:cNvPr id="33" name="Rectangle 32">
            <a:extLst>
              <a:ext uri="{FF2B5EF4-FFF2-40B4-BE49-F238E27FC236}">
                <a16:creationId xmlns:a16="http://schemas.microsoft.com/office/drawing/2014/main" id="{C8F84D84-208B-E756-26FA-25407C2157A1}"/>
              </a:ext>
            </a:extLst>
          </p:cNvPr>
          <p:cNvSpPr/>
          <p:nvPr/>
        </p:nvSpPr>
        <p:spPr>
          <a:xfrm>
            <a:off x="4827544" y="3266968"/>
            <a:ext cx="2256885" cy="21732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3.1 HR Geography</a:t>
            </a:r>
          </a:p>
        </p:txBody>
      </p:sp>
      <p:sp>
        <p:nvSpPr>
          <p:cNvPr id="34" name="Rectangle 33">
            <a:extLst>
              <a:ext uri="{FF2B5EF4-FFF2-40B4-BE49-F238E27FC236}">
                <a16:creationId xmlns:a16="http://schemas.microsoft.com/office/drawing/2014/main" id="{0891B365-D14A-D965-D60E-5D5EC5BDA911}"/>
              </a:ext>
            </a:extLst>
          </p:cNvPr>
          <p:cNvSpPr/>
          <p:nvPr/>
        </p:nvSpPr>
        <p:spPr>
          <a:xfrm>
            <a:off x="4827546" y="3611779"/>
            <a:ext cx="2256883" cy="21732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3.2 Focal HR Entity</a:t>
            </a:r>
          </a:p>
        </p:txBody>
      </p:sp>
      <p:sp>
        <p:nvSpPr>
          <p:cNvPr id="35" name="Rectangle 34">
            <a:extLst>
              <a:ext uri="{FF2B5EF4-FFF2-40B4-BE49-F238E27FC236}">
                <a16:creationId xmlns:a16="http://schemas.microsoft.com/office/drawing/2014/main" id="{1EC10C9A-BA4A-7132-F14C-3A9EAD36DD74}"/>
              </a:ext>
            </a:extLst>
          </p:cNvPr>
          <p:cNvSpPr/>
          <p:nvPr/>
        </p:nvSpPr>
        <p:spPr>
          <a:xfrm>
            <a:off x="4827543" y="5361360"/>
            <a:ext cx="2256883" cy="215870"/>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6.6 Large Reportable Transactions</a:t>
            </a:r>
          </a:p>
        </p:txBody>
      </p:sp>
      <p:sp>
        <p:nvSpPr>
          <p:cNvPr id="38" name="Rectangle 37">
            <a:extLst>
              <a:ext uri="{FF2B5EF4-FFF2-40B4-BE49-F238E27FC236}">
                <a16:creationId xmlns:a16="http://schemas.microsoft.com/office/drawing/2014/main" id="{180EACE6-E468-A313-9BF3-672BF16A4834}"/>
              </a:ext>
            </a:extLst>
          </p:cNvPr>
          <p:cNvSpPr/>
          <p:nvPr/>
        </p:nvSpPr>
        <p:spPr>
          <a:xfrm>
            <a:off x="4827546" y="3953082"/>
            <a:ext cx="2256883" cy="245252"/>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6.8 Large Significant </a:t>
            </a:r>
            <a:r>
              <a:rPr lang="en-US" sz="1000" err="1">
                <a:solidFill>
                  <a:srgbClr val="002663"/>
                </a:solidFill>
                <a:latin typeface="Calibri" panose="020F0502020204030204" pitchFamily="34" charset="0"/>
                <a:cs typeface="Calibri" panose="020F0502020204030204" pitchFamily="34" charset="0"/>
              </a:rPr>
              <a:t>Txn</a:t>
            </a:r>
            <a:endParaRPr lang="en-US" sz="1000">
              <a:solidFill>
                <a:srgbClr val="002663"/>
              </a:solidFill>
              <a:latin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B22BB04D-A39A-606B-2693-20F19E2A28A1}"/>
              </a:ext>
            </a:extLst>
          </p:cNvPr>
          <p:cNvSpPr/>
          <p:nvPr/>
        </p:nvSpPr>
        <p:spPr>
          <a:xfrm>
            <a:off x="4827545" y="4277675"/>
            <a:ext cx="2256886" cy="340626"/>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4.2 Transfers </a:t>
            </a:r>
            <a:r>
              <a:rPr lang="en-US" sz="1000" err="1">
                <a:solidFill>
                  <a:srgbClr val="002663"/>
                </a:solidFill>
                <a:latin typeface="Calibri" panose="020F0502020204030204" pitchFamily="34" charset="0"/>
                <a:cs typeface="Calibri" panose="020F0502020204030204" pitchFamily="34" charset="0"/>
              </a:rPr>
              <a:t>Bw</a:t>
            </a:r>
            <a:r>
              <a:rPr lang="en-US" sz="1000">
                <a:solidFill>
                  <a:srgbClr val="002663"/>
                </a:solidFill>
                <a:latin typeface="Calibri" panose="020F0502020204030204" pitchFamily="34" charset="0"/>
                <a:cs typeface="Calibri" panose="020F0502020204030204" pitchFamily="34" charset="0"/>
              </a:rPr>
              <a:t> Customers and External Entities</a:t>
            </a:r>
          </a:p>
        </p:txBody>
      </p:sp>
      <p:sp>
        <p:nvSpPr>
          <p:cNvPr id="40" name="Rectangle 39">
            <a:extLst>
              <a:ext uri="{FF2B5EF4-FFF2-40B4-BE49-F238E27FC236}">
                <a16:creationId xmlns:a16="http://schemas.microsoft.com/office/drawing/2014/main" id="{8532C18B-4EA4-EF42-A881-E4EDAE24C99E}"/>
              </a:ext>
            </a:extLst>
          </p:cNvPr>
          <p:cNvSpPr/>
          <p:nvPr/>
        </p:nvSpPr>
        <p:spPr>
          <a:xfrm>
            <a:off x="7178097" y="4277676"/>
            <a:ext cx="2020884" cy="334450"/>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4.4 Transfers </a:t>
            </a:r>
            <a:r>
              <a:rPr lang="en-US" sz="1000" err="1">
                <a:solidFill>
                  <a:srgbClr val="002663"/>
                </a:solidFill>
                <a:latin typeface="Calibri" panose="020F0502020204030204" pitchFamily="34" charset="0"/>
                <a:cs typeface="Calibri" panose="020F0502020204030204" pitchFamily="34" charset="0"/>
              </a:rPr>
              <a:t>Bw</a:t>
            </a:r>
            <a:r>
              <a:rPr lang="en-US" sz="1000">
                <a:solidFill>
                  <a:srgbClr val="002663"/>
                </a:solidFill>
                <a:latin typeface="Calibri" panose="020F0502020204030204" pitchFamily="34" charset="0"/>
                <a:cs typeface="Calibri" panose="020F0502020204030204" pitchFamily="34" charset="0"/>
              </a:rPr>
              <a:t> Internal Accounts and Customers</a:t>
            </a:r>
          </a:p>
        </p:txBody>
      </p:sp>
      <p:sp>
        <p:nvSpPr>
          <p:cNvPr id="41" name="Rectangle 40">
            <a:extLst>
              <a:ext uri="{FF2B5EF4-FFF2-40B4-BE49-F238E27FC236}">
                <a16:creationId xmlns:a16="http://schemas.microsoft.com/office/drawing/2014/main" id="{C89D5F6C-7BCD-239D-9705-ED1F49521895}"/>
              </a:ext>
            </a:extLst>
          </p:cNvPr>
          <p:cNvSpPr/>
          <p:nvPr/>
        </p:nvSpPr>
        <p:spPr>
          <a:xfrm>
            <a:off x="4827544" y="4700399"/>
            <a:ext cx="2256883" cy="23774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5.11 Escalation in Inactive Account</a:t>
            </a:r>
          </a:p>
        </p:txBody>
      </p:sp>
      <p:sp>
        <p:nvSpPr>
          <p:cNvPr id="42" name="Rectangle 41">
            <a:extLst>
              <a:ext uri="{FF2B5EF4-FFF2-40B4-BE49-F238E27FC236}">
                <a16:creationId xmlns:a16="http://schemas.microsoft.com/office/drawing/2014/main" id="{F7F6D745-4AC9-005E-BA38-1CEB06147D2D}"/>
              </a:ext>
            </a:extLst>
          </p:cNvPr>
          <p:cNvSpPr/>
          <p:nvPr/>
        </p:nvSpPr>
        <p:spPr>
          <a:xfrm>
            <a:off x="4827542" y="5026580"/>
            <a:ext cx="2256885" cy="21732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3.1 HR Geography</a:t>
            </a:r>
          </a:p>
        </p:txBody>
      </p:sp>
      <p:sp>
        <p:nvSpPr>
          <p:cNvPr id="47" name="Rectangle 46">
            <a:extLst>
              <a:ext uri="{FF2B5EF4-FFF2-40B4-BE49-F238E27FC236}">
                <a16:creationId xmlns:a16="http://schemas.microsoft.com/office/drawing/2014/main" id="{80B38217-ECAC-79A1-D51F-5336DDF791E1}"/>
              </a:ext>
            </a:extLst>
          </p:cNvPr>
          <p:cNvSpPr/>
          <p:nvPr/>
        </p:nvSpPr>
        <p:spPr>
          <a:xfrm>
            <a:off x="4827542" y="6305487"/>
            <a:ext cx="2256884" cy="237745"/>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5.5 CIB: Product Utilization Shift </a:t>
            </a:r>
          </a:p>
        </p:txBody>
      </p:sp>
      <p:sp>
        <p:nvSpPr>
          <p:cNvPr id="51" name="TextBox 50">
            <a:extLst>
              <a:ext uri="{FF2B5EF4-FFF2-40B4-BE49-F238E27FC236}">
                <a16:creationId xmlns:a16="http://schemas.microsoft.com/office/drawing/2014/main" id="{14A9DB84-4B64-C4BD-EA4C-88FA34550246}"/>
              </a:ext>
            </a:extLst>
          </p:cNvPr>
          <p:cNvSpPr txBox="1"/>
          <p:nvPr/>
        </p:nvSpPr>
        <p:spPr>
          <a:xfrm>
            <a:off x="9958808" y="2658988"/>
            <a:ext cx="1865071" cy="178126"/>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Final level of coverage</a:t>
            </a:r>
            <a:endParaRPr lang="en-US" sz="1000" spc="-4">
              <a:solidFill>
                <a:srgbClr val="FF0000"/>
              </a:solidFill>
              <a:latin typeface="Calibri" panose="020F0502020204030204" pitchFamily="34" charset="0"/>
              <a:cs typeface="Calibri" panose="020F0502020204030204" pitchFamily="34" charset="0"/>
            </a:endParaRPr>
          </a:p>
        </p:txBody>
      </p:sp>
      <p:sp>
        <p:nvSpPr>
          <p:cNvPr id="52" name="Rectangle 51">
            <a:extLst>
              <a:ext uri="{FF2B5EF4-FFF2-40B4-BE49-F238E27FC236}">
                <a16:creationId xmlns:a16="http://schemas.microsoft.com/office/drawing/2014/main" id="{97CE2488-76F8-D1D8-C704-FC5A0F3807F7}"/>
              </a:ext>
            </a:extLst>
          </p:cNvPr>
          <p:cNvSpPr/>
          <p:nvPr/>
        </p:nvSpPr>
        <p:spPr>
          <a:xfrm>
            <a:off x="9958809" y="2922515"/>
            <a:ext cx="1865072"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53" name="TextBox 52">
            <a:extLst>
              <a:ext uri="{FF2B5EF4-FFF2-40B4-BE49-F238E27FC236}">
                <a16:creationId xmlns:a16="http://schemas.microsoft.com/office/drawing/2014/main" id="{83573CC1-183A-0D93-95D3-A9FDE21912F8}"/>
              </a:ext>
            </a:extLst>
          </p:cNvPr>
          <p:cNvSpPr txBox="1"/>
          <p:nvPr/>
        </p:nvSpPr>
        <p:spPr>
          <a:xfrm>
            <a:off x="4827542" y="2671195"/>
            <a:ext cx="4371439" cy="177293"/>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975" b="1" spc="-4">
                <a:solidFill>
                  <a:srgbClr val="002664"/>
                </a:solidFill>
                <a:latin typeface="Calibri" panose="020F0502020204030204" pitchFamily="34" charset="0"/>
                <a:cs typeface="Calibri" panose="020F0502020204030204" pitchFamily="34" charset="0"/>
              </a:rPr>
              <a:t>Mantas Scenarios</a:t>
            </a:r>
            <a:endParaRPr lang="en-US" sz="975" spc="-4">
              <a:solidFill>
                <a:srgbClr val="FF0000"/>
              </a:solidFill>
              <a:latin typeface="Calibri" panose="020F0502020204030204" pitchFamily="34" charset="0"/>
              <a:cs typeface="Calibri" panose="020F0502020204030204" pitchFamily="34" charset="0"/>
            </a:endParaRPr>
          </a:p>
        </p:txBody>
      </p:sp>
      <p:sp>
        <p:nvSpPr>
          <p:cNvPr id="54" name="TextBox 53">
            <a:extLst>
              <a:ext uri="{FF2B5EF4-FFF2-40B4-BE49-F238E27FC236}">
                <a16:creationId xmlns:a16="http://schemas.microsoft.com/office/drawing/2014/main" id="{AC5B22AF-61DC-AB42-762B-3B963246A87D}"/>
              </a:ext>
            </a:extLst>
          </p:cNvPr>
          <p:cNvSpPr txBox="1"/>
          <p:nvPr/>
        </p:nvSpPr>
        <p:spPr>
          <a:xfrm>
            <a:off x="479416" y="2678647"/>
            <a:ext cx="4261104" cy="177293"/>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975" b="1" spc="-4">
                <a:solidFill>
                  <a:srgbClr val="002664"/>
                </a:solidFill>
                <a:latin typeface="Calibri" panose="020F0502020204030204" pitchFamily="34" charset="0"/>
                <a:cs typeface="Calibri" panose="020F0502020204030204" pitchFamily="34" charset="0"/>
              </a:rPr>
              <a:t>Risk Typologies</a:t>
            </a:r>
            <a:endParaRPr lang="en-US" sz="975" spc="-4">
              <a:solidFill>
                <a:srgbClr val="FF0000"/>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DCD8DE9B-B943-11CF-D116-B663DA5D615C}"/>
              </a:ext>
            </a:extLst>
          </p:cNvPr>
          <p:cNvSpPr/>
          <p:nvPr/>
        </p:nvSpPr>
        <p:spPr>
          <a:xfrm>
            <a:off x="9958808" y="3236337"/>
            <a:ext cx="1865072"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56" name="Rectangle 55">
            <a:extLst>
              <a:ext uri="{FF2B5EF4-FFF2-40B4-BE49-F238E27FC236}">
                <a16:creationId xmlns:a16="http://schemas.microsoft.com/office/drawing/2014/main" id="{D7F3DF4A-477C-5564-FFB6-57A0A49D27D8}"/>
              </a:ext>
            </a:extLst>
          </p:cNvPr>
          <p:cNvSpPr/>
          <p:nvPr/>
        </p:nvSpPr>
        <p:spPr>
          <a:xfrm>
            <a:off x="9958807" y="3579250"/>
            <a:ext cx="1865072"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57" name="Rectangle 56">
            <a:extLst>
              <a:ext uri="{FF2B5EF4-FFF2-40B4-BE49-F238E27FC236}">
                <a16:creationId xmlns:a16="http://schemas.microsoft.com/office/drawing/2014/main" id="{FB03FFE5-E464-241F-1EFD-43E85A566437}"/>
              </a:ext>
            </a:extLst>
          </p:cNvPr>
          <p:cNvSpPr/>
          <p:nvPr/>
        </p:nvSpPr>
        <p:spPr>
          <a:xfrm>
            <a:off x="9958807" y="3922201"/>
            <a:ext cx="1865072"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58" name="Rectangle 57">
            <a:extLst>
              <a:ext uri="{FF2B5EF4-FFF2-40B4-BE49-F238E27FC236}">
                <a16:creationId xmlns:a16="http://schemas.microsoft.com/office/drawing/2014/main" id="{543B3EC0-9DC5-C964-1673-B242A66C9C12}"/>
              </a:ext>
            </a:extLst>
          </p:cNvPr>
          <p:cNvSpPr/>
          <p:nvPr/>
        </p:nvSpPr>
        <p:spPr>
          <a:xfrm>
            <a:off x="9958807" y="4248239"/>
            <a:ext cx="1865072" cy="3516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59" name="Rectangle 58">
            <a:extLst>
              <a:ext uri="{FF2B5EF4-FFF2-40B4-BE49-F238E27FC236}">
                <a16:creationId xmlns:a16="http://schemas.microsoft.com/office/drawing/2014/main" id="{047BECA9-3AC3-C8BF-04BE-A555E05D06FC}"/>
              </a:ext>
            </a:extLst>
          </p:cNvPr>
          <p:cNvSpPr/>
          <p:nvPr/>
        </p:nvSpPr>
        <p:spPr>
          <a:xfrm>
            <a:off x="9958807" y="4720350"/>
            <a:ext cx="1865072" cy="253593"/>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60" name="Rectangle 59">
            <a:extLst>
              <a:ext uri="{FF2B5EF4-FFF2-40B4-BE49-F238E27FC236}">
                <a16:creationId xmlns:a16="http://schemas.microsoft.com/office/drawing/2014/main" id="{B9AB39EE-BF1E-710E-B7A5-FF3F4A9FB437}"/>
              </a:ext>
            </a:extLst>
          </p:cNvPr>
          <p:cNvSpPr/>
          <p:nvPr/>
        </p:nvSpPr>
        <p:spPr>
          <a:xfrm>
            <a:off x="9958807" y="5026581"/>
            <a:ext cx="1865072" cy="21732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61" name="Rectangle 60">
            <a:extLst>
              <a:ext uri="{FF2B5EF4-FFF2-40B4-BE49-F238E27FC236}">
                <a16:creationId xmlns:a16="http://schemas.microsoft.com/office/drawing/2014/main" id="{AFE7F758-0DDA-A2F5-9BD6-8FD729D4E81C}"/>
              </a:ext>
            </a:extLst>
          </p:cNvPr>
          <p:cNvSpPr/>
          <p:nvPr/>
        </p:nvSpPr>
        <p:spPr>
          <a:xfrm>
            <a:off x="9958807" y="5361359"/>
            <a:ext cx="1865072" cy="84799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62" name="Rectangle 61">
            <a:extLst>
              <a:ext uri="{FF2B5EF4-FFF2-40B4-BE49-F238E27FC236}">
                <a16:creationId xmlns:a16="http://schemas.microsoft.com/office/drawing/2014/main" id="{1BF0500C-6F10-8EDF-791F-AFE984112FE1}"/>
              </a:ext>
            </a:extLst>
          </p:cNvPr>
          <p:cNvSpPr/>
          <p:nvPr/>
        </p:nvSpPr>
        <p:spPr>
          <a:xfrm>
            <a:off x="9958807" y="6309608"/>
            <a:ext cx="1865072"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67" name="Isosceles Triangle 66">
            <a:extLst>
              <a:ext uri="{FF2B5EF4-FFF2-40B4-BE49-F238E27FC236}">
                <a16:creationId xmlns:a16="http://schemas.microsoft.com/office/drawing/2014/main" id="{3D08CC9A-F0C8-F21A-B08F-4B9537432B82}"/>
              </a:ext>
            </a:extLst>
          </p:cNvPr>
          <p:cNvSpPr/>
          <p:nvPr/>
        </p:nvSpPr>
        <p:spPr>
          <a:xfrm rot="5400000">
            <a:off x="7873058" y="4655446"/>
            <a:ext cx="3624834" cy="179409"/>
          </a:xfrm>
          <a:prstGeom prst="triangle">
            <a:avLst>
              <a:gd name="adj" fmla="val 47999"/>
            </a:avLst>
          </a:prstGeom>
          <a:solidFill>
            <a:srgbClr val="002664"/>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GB" sz="1100">
              <a:latin typeface="Calibri" panose="020F0502020204030204" pitchFamily="34" charset="0"/>
              <a:ea typeface="Calibri" panose="020F0502020204030204" pitchFamily="34" charset="0"/>
              <a:cs typeface="Calibri" panose="020F0502020204030204" pitchFamily="34" charset="0"/>
            </a:endParaRPr>
          </a:p>
        </p:txBody>
      </p:sp>
      <p:sp>
        <p:nvSpPr>
          <p:cNvPr id="76" name="Isosceles Triangle 75">
            <a:extLst>
              <a:ext uri="{FF2B5EF4-FFF2-40B4-BE49-F238E27FC236}">
                <a16:creationId xmlns:a16="http://schemas.microsoft.com/office/drawing/2014/main" id="{5DB790F1-E7B3-F736-B64F-4D8295B54222}"/>
              </a:ext>
            </a:extLst>
          </p:cNvPr>
          <p:cNvSpPr/>
          <p:nvPr/>
        </p:nvSpPr>
        <p:spPr>
          <a:xfrm rot="16200000">
            <a:off x="-349813" y="5860482"/>
            <a:ext cx="1189967" cy="129649"/>
          </a:xfrm>
          <a:prstGeom prst="triangle">
            <a:avLst>
              <a:gd name="adj" fmla="val 42907"/>
            </a:avLst>
          </a:prstGeom>
          <a:solidFill>
            <a:srgbClr val="002664"/>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GB" sz="1100">
              <a:latin typeface="Calibri" panose="020F0502020204030204" pitchFamily="34" charset="0"/>
              <a:ea typeface="Calibri" panose="020F0502020204030204" pitchFamily="34" charset="0"/>
              <a:cs typeface="Calibri" panose="020F0502020204030204" pitchFamily="34" charset="0"/>
            </a:endParaRPr>
          </a:p>
        </p:txBody>
      </p:sp>
      <p:sp>
        <p:nvSpPr>
          <p:cNvPr id="77" name="Rectangle 76">
            <a:extLst>
              <a:ext uri="{FF2B5EF4-FFF2-40B4-BE49-F238E27FC236}">
                <a16:creationId xmlns:a16="http://schemas.microsoft.com/office/drawing/2014/main" id="{8DEACC47-4C45-6F6A-8B4C-8CFFDC48CB70}"/>
              </a:ext>
            </a:extLst>
          </p:cNvPr>
          <p:cNvSpPr/>
          <p:nvPr/>
        </p:nvSpPr>
        <p:spPr>
          <a:xfrm rot="16200000">
            <a:off x="-415538" y="5765719"/>
            <a:ext cx="1189966" cy="350004"/>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RTs to be merged</a:t>
            </a:r>
          </a:p>
        </p:txBody>
      </p:sp>
      <p:sp>
        <p:nvSpPr>
          <p:cNvPr id="78" name="Rectangle 77">
            <a:extLst>
              <a:ext uri="{FF2B5EF4-FFF2-40B4-BE49-F238E27FC236}">
                <a16:creationId xmlns:a16="http://schemas.microsoft.com/office/drawing/2014/main" id="{4E0BC148-655A-EFD4-5E6E-9E67DC031FBA}"/>
              </a:ext>
            </a:extLst>
          </p:cNvPr>
          <p:cNvSpPr/>
          <p:nvPr/>
        </p:nvSpPr>
        <p:spPr>
          <a:xfrm>
            <a:off x="470319" y="521317"/>
            <a:ext cx="11379200" cy="1770233"/>
          </a:xfrm>
          <a:prstGeom prst="rect">
            <a:avLst/>
          </a:prstGeom>
          <a:solidFill>
            <a:schemeClr val="bg2"/>
          </a:solid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just">
              <a:lnSpc>
                <a:spcPts val="1200"/>
              </a:lnSpc>
              <a:spcAft>
                <a:spcPts val="600"/>
              </a:spcAft>
              <a:buFont typeface="Wingdings" panose="05000000000000000000" pitchFamily="2" charset="2"/>
              <a:buChar char=""/>
              <a:tabLst>
                <a:tab pos="914400" algn="l"/>
              </a:tabLst>
            </a:pPr>
            <a:r>
              <a:rPr lang="en-GB" sz="1400">
                <a:solidFill>
                  <a:srgbClr val="002664"/>
                </a:solidFill>
                <a:effectLst/>
                <a:latin typeface="Calibri" panose="020F0502020204030204" pitchFamily="34" charset="0"/>
                <a:ea typeface="Calibri" panose="020F0502020204030204" pitchFamily="34" charset="0"/>
              </a:rPr>
              <a:t>The table below lists all the </a:t>
            </a:r>
            <a:r>
              <a:rPr lang="en-GB" sz="1400" b="1">
                <a:solidFill>
                  <a:srgbClr val="002664"/>
                </a:solidFill>
                <a:effectLst/>
                <a:latin typeface="Calibri" panose="020F0502020204030204" pitchFamily="34" charset="0"/>
                <a:ea typeface="Calibri" panose="020F0502020204030204" pitchFamily="34" charset="0"/>
              </a:rPr>
              <a:t>2</a:t>
            </a:r>
            <a:r>
              <a:rPr lang="tr-TR" sz="1400" b="1">
                <a:solidFill>
                  <a:srgbClr val="002664"/>
                </a:solidFill>
                <a:effectLst/>
                <a:latin typeface="Calibri" panose="020F0502020204030204" pitchFamily="34" charset="0"/>
                <a:ea typeface="Calibri" panose="020F0502020204030204" pitchFamily="34" charset="0"/>
              </a:rPr>
              <a:t>3</a:t>
            </a:r>
            <a:r>
              <a:rPr lang="en-GB" sz="1400" b="1">
                <a:solidFill>
                  <a:srgbClr val="002664"/>
                </a:solidFill>
                <a:effectLst/>
                <a:latin typeface="Calibri" panose="020F0502020204030204" pitchFamily="34" charset="0"/>
                <a:ea typeface="Calibri" panose="020F0502020204030204" pitchFamily="34" charset="0"/>
              </a:rPr>
              <a:t> RTs applicable to </a:t>
            </a:r>
            <a:r>
              <a:rPr lang="en-GB" sz="1400" b="1">
                <a:solidFill>
                  <a:srgbClr val="002664"/>
                </a:solidFill>
                <a:latin typeface="Calibri" panose="020F0502020204030204" pitchFamily="34" charset="0"/>
                <a:ea typeface="Calibri" panose="020F0502020204030204" pitchFamily="34" charset="0"/>
              </a:rPr>
              <a:t>UC CZ proposed for monitoring  and the coverage provided by OOTB Mantas Scenarios. </a:t>
            </a:r>
            <a:r>
              <a:rPr lang="en-GB" sz="1400">
                <a:solidFill>
                  <a:srgbClr val="002664"/>
                </a:solidFill>
                <a:latin typeface="Calibri" panose="020F0502020204030204" pitchFamily="34" charset="0"/>
                <a:ea typeface="Calibri" panose="020F0502020204030204" pitchFamily="34" charset="0"/>
              </a:rPr>
              <a:t>Where the coverage is not provided a customization is required  </a:t>
            </a:r>
          </a:p>
          <a:p>
            <a:pPr marL="285750" indent="-285750" algn="just">
              <a:lnSpc>
                <a:spcPts val="1200"/>
              </a:lnSpc>
              <a:spcAft>
                <a:spcPts val="600"/>
              </a:spcAft>
              <a:buFont typeface="Wingdings" panose="05000000000000000000" pitchFamily="2" charset="2"/>
              <a:buChar char=""/>
              <a:tabLst>
                <a:tab pos="914400" algn="l"/>
              </a:tabLst>
            </a:pPr>
            <a:r>
              <a:rPr lang="en-GB" sz="1400" b="1">
                <a:solidFill>
                  <a:srgbClr val="002664"/>
                </a:solidFill>
                <a:latin typeface="Calibri" panose="020F0502020204030204" pitchFamily="34" charset="0"/>
                <a:ea typeface="Calibri" panose="020F0502020204030204" pitchFamily="34" charset="0"/>
              </a:rPr>
              <a:t>Out of t</a:t>
            </a:r>
            <a:r>
              <a:rPr lang="en-GB" sz="1400" b="1">
                <a:solidFill>
                  <a:srgbClr val="002664"/>
                </a:solidFill>
                <a:effectLst/>
                <a:latin typeface="Calibri" panose="020F0502020204030204" pitchFamily="34" charset="0"/>
                <a:ea typeface="Calibri" panose="020F0502020204030204" pitchFamily="34" charset="0"/>
              </a:rPr>
              <a:t>he 2</a:t>
            </a:r>
            <a:r>
              <a:rPr lang="tr-TR" sz="1400" b="1">
                <a:solidFill>
                  <a:srgbClr val="002664"/>
                </a:solidFill>
                <a:effectLst/>
                <a:latin typeface="Calibri" panose="020F0502020204030204" pitchFamily="34" charset="0"/>
                <a:ea typeface="Calibri" panose="020F0502020204030204" pitchFamily="34" charset="0"/>
              </a:rPr>
              <a:t>3</a:t>
            </a:r>
            <a:r>
              <a:rPr lang="en-GB" sz="1400" b="1">
                <a:solidFill>
                  <a:srgbClr val="002664"/>
                </a:solidFill>
                <a:effectLst/>
                <a:latin typeface="Calibri" panose="020F0502020204030204" pitchFamily="34" charset="0"/>
                <a:ea typeface="Calibri" panose="020F0502020204030204" pitchFamily="34" charset="0"/>
              </a:rPr>
              <a:t> </a:t>
            </a:r>
            <a:r>
              <a:rPr lang="en-GB" sz="1400">
                <a:solidFill>
                  <a:srgbClr val="002664"/>
                </a:solidFill>
                <a:effectLst/>
                <a:latin typeface="Calibri" panose="020F0502020204030204" pitchFamily="34" charset="0"/>
                <a:ea typeface="Calibri" panose="020F0502020204030204" pitchFamily="34" charset="0"/>
              </a:rPr>
              <a:t>RTs proposed </a:t>
            </a:r>
            <a:r>
              <a:rPr lang="en-GB" sz="1400" b="1">
                <a:solidFill>
                  <a:srgbClr val="002664"/>
                </a:solidFill>
                <a:effectLst/>
                <a:latin typeface="Calibri" panose="020F0502020204030204" pitchFamily="34" charset="0"/>
                <a:ea typeface="Calibri" panose="020F0502020204030204" pitchFamily="34" charset="0"/>
              </a:rPr>
              <a:t>for monitoring are </a:t>
            </a:r>
            <a:r>
              <a:rPr lang="tr-TR" sz="1400" b="1">
                <a:solidFill>
                  <a:srgbClr val="002664"/>
                </a:solidFill>
                <a:latin typeface="Calibri" panose="020F0502020204030204" pitchFamily="34" charset="0"/>
                <a:ea typeface="Calibri" panose="020F0502020204030204" pitchFamily="34" charset="0"/>
              </a:rPr>
              <a:t>21</a:t>
            </a:r>
            <a:r>
              <a:rPr lang="en-GB" sz="1400">
                <a:solidFill>
                  <a:srgbClr val="002664"/>
                </a:solidFill>
                <a:latin typeface="Calibri" panose="020F0502020204030204" pitchFamily="34" charset="0"/>
                <a:ea typeface="Calibri" panose="020F0502020204030204" pitchFamily="34" charset="0"/>
              </a:rPr>
              <a:t> are covered by # 20 Mantas Scenarios: </a:t>
            </a:r>
          </a:p>
          <a:p>
            <a:pPr marL="1200150" lvl="2" indent="-285750" algn="just">
              <a:lnSpc>
                <a:spcPts val="1200"/>
              </a:lnSpc>
              <a:spcAft>
                <a:spcPts val="600"/>
              </a:spcAft>
              <a:buFont typeface="Wingdings" panose="05000000000000000000" pitchFamily="2" charset="2"/>
              <a:buChar char="ü"/>
              <a:tabLst>
                <a:tab pos="914400" algn="l"/>
              </a:tabLst>
            </a:pPr>
            <a:r>
              <a:rPr lang="en-GB" sz="1400">
                <a:solidFill>
                  <a:srgbClr val="002664"/>
                </a:solidFill>
                <a:latin typeface="Calibri" panose="020F0502020204030204" pitchFamily="34" charset="0"/>
                <a:ea typeface="Calibri" panose="020F0502020204030204" pitchFamily="34" charset="0"/>
              </a:rPr>
              <a:t># </a:t>
            </a:r>
            <a:r>
              <a:rPr lang="en-GB" sz="1400" b="1">
                <a:solidFill>
                  <a:srgbClr val="002664"/>
                </a:solidFill>
                <a:latin typeface="Calibri" panose="020F0502020204030204" pitchFamily="34" charset="0"/>
                <a:ea typeface="Calibri" panose="020F0502020204030204" pitchFamily="34" charset="0"/>
              </a:rPr>
              <a:t>1</a:t>
            </a:r>
            <a:r>
              <a:rPr lang="tr-TR" sz="1400" b="1">
                <a:solidFill>
                  <a:srgbClr val="002664"/>
                </a:solidFill>
                <a:latin typeface="Calibri" panose="020F0502020204030204" pitchFamily="34" charset="0"/>
                <a:ea typeface="Calibri" panose="020F0502020204030204" pitchFamily="34" charset="0"/>
              </a:rPr>
              <a:t>9</a:t>
            </a:r>
            <a:r>
              <a:rPr lang="en-GB" sz="1400">
                <a:solidFill>
                  <a:srgbClr val="002664"/>
                </a:solidFill>
                <a:latin typeface="Calibri" panose="020F0502020204030204" pitchFamily="34" charset="0"/>
                <a:ea typeface="Calibri" panose="020F0502020204030204" pitchFamily="34" charset="0"/>
              </a:rPr>
              <a:t> are </a:t>
            </a:r>
            <a:r>
              <a:rPr lang="en-GB" sz="1400" b="1">
                <a:solidFill>
                  <a:srgbClr val="002664"/>
                </a:solidFill>
                <a:latin typeface="Calibri" panose="020F0502020204030204" pitchFamily="34" charset="0"/>
                <a:ea typeface="Calibri" panose="020F0502020204030204" pitchFamily="34" charset="0"/>
              </a:rPr>
              <a:t>fully</a:t>
            </a:r>
            <a:r>
              <a:rPr lang="en-GB" sz="1400">
                <a:solidFill>
                  <a:srgbClr val="002664"/>
                </a:solidFill>
                <a:latin typeface="Calibri" panose="020F0502020204030204" pitchFamily="34" charset="0"/>
                <a:ea typeface="Calibri" panose="020F0502020204030204" pitchFamily="34" charset="0"/>
              </a:rPr>
              <a:t> covered 16 by Mantas Scenarios </a:t>
            </a:r>
            <a:r>
              <a:rPr lang="en-GB" sz="1400">
                <a:solidFill>
                  <a:srgbClr val="002664"/>
                </a:solidFill>
                <a:effectLst/>
                <a:latin typeface="Calibri" panose="020F0502020204030204" pitchFamily="34" charset="0"/>
                <a:ea typeface="Calibri" panose="020F0502020204030204" pitchFamily="34" charset="0"/>
              </a:rPr>
              <a:t> </a:t>
            </a:r>
          </a:p>
          <a:p>
            <a:pPr marL="1200150" lvl="2" indent="-285750" algn="just">
              <a:lnSpc>
                <a:spcPts val="1200"/>
              </a:lnSpc>
              <a:spcAft>
                <a:spcPts val="600"/>
              </a:spcAft>
              <a:buFont typeface="Wingdings" panose="05000000000000000000" pitchFamily="2" charset="2"/>
              <a:buChar char="ü"/>
              <a:tabLst>
                <a:tab pos="914400" algn="l"/>
              </a:tabLst>
            </a:pPr>
            <a:r>
              <a:rPr lang="en-GB" sz="1400">
                <a:solidFill>
                  <a:srgbClr val="002664"/>
                </a:solidFill>
                <a:latin typeface="Calibri" panose="020F0502020204030204" pitchFamily="34" charset="0"/>
                <a:ea typeface="Calibri" panose="020F0502020204030204" pitchFamily="34" charset="0"/>
              </a:rPr>
              <a:t># </a:t>
            </a:r>
            <a:r>
              <a:rPr lang="tr-TR" sz="1400" b="1">
                <a:solidFill>
                  <a:srgbClr val="002664"/>
                </a:solidFill>
                <a:latin typeface="Calibri" panose="020F0502020204030204" pitchFamily="34" charset="0"/>
                <a:ea typeface="Calibri" panose="020F0502020204030204" pitchFamily="34" charset="0"/>
              </a:rPr>
              <a:t>2</a:t>
            </a:r>
            <a:r>
              <a:rPr lang="en-GB" sz="1400">
                <a:solidFill>
                  <a:srgbClr val="002664"/>
                </a:solidFill>
                <a:latin typeface="Calibri" panose="020F0502020204030204" pitchFamily="34" charset="0"/>
                <a:ea typeface="Calibri" panose="020F0502020204030204" pitchFamily="34" charset="0"/>
              </a:rPr>
              <a:t> RTs are </a:t>
            </a:r>
            <a:r>
              <a:rPr lang="en-GB" sz="1400" b="1">
                <a:solidFill>
                  <a:srgbClr val="002664"/>
                </a:solidFill>
                <a:latin typeface="Calibri" panose="020F0502020204030204" pitchFamily="34" charset="0"/>
                <a:ea typeface="Calibri" panose="020F0502020204030204" pitchFamily="34" charset="0"/>
              </a:rPr>
              <a:t>partially</a:t>
            </a:r>
            <a:r>
              <a:rPr lang="en-GB" sz="1400">
                <a:solidFill>
                  <a:srgbClr val="002664"/>
                </a:solidFill>
                <a:latin typeface="Calibri" panose="020F0502020204030204" pitchFamily="34" charset="0"/>
                <a:ea typeface="Calibri" panose="020F0502020204030204" pitchFamily="34" charset="0"/>
              </a:rPr>
              <a:t> covered by 5 Mantas Scenarios (details in</a:t>
            </a:r>
            <a:r>
              <a:rPr lang="en-GB" sz="1400" u="sng">
                <a:solidFill>
                  <a:srgbClr val="002664"/>
                </a:solidFill>
                <a:latin typeface="Calibri" panose="020F0502020204030204" pitchFamily="34" charset="0"/>
                <a:ea typeface="Calibri" panose="020F0502020204030204" pitchFamily="34" charset="0"/>
              </a:rPr>
              <a:t> Annex 1</a:t>
            </a:r>
            <a:r>
              <a:rPr lang="en-GB" sz="1400">
                <a:solidFill>
                  <a:srgbClr val="002664"/>
                </a:solidFill>
                <a:latin typeface="Calibri" panose="020F0502020204030204" pitchFamily="34" charset="0"/>
                <a:ea typeface="Calibri" panose="020F0502020204030204" pitchFamily="34" charset="0"/>
              </a:rPr>
              <a:t>) and for which a decision has to be taken if taking the risk or customising existing OOTB scenario</a:t>
            </a:r>
          </a:p>
          <a:p>
            <a:pPr marL="742950" lvl="1" indent="-285750" algn="just">
              <a:lnSpc>
                <a:spcPts val="1200"/>
              </a:lnSpc>
              <a:spcAft>
                <a:spcPts val="600"/>
              </a:spcAft>
              <a:buFont typeface="Wingdings" panose="05000000000000000000" pitchFamily="2" charset="2"/>
              <a:buChar char="§"/>
              <a:tabLst>
                <a:tab pos="914400" algn="l"/>
              </a:tabLst>
            </a:pPr>
            <a:r>
              <a:rPr lang="en-GB" sz="1400">
                <a:solidFill>
                  <a:srgbClr val="002664"/>
                </a:solidFill>
                <a:latin typeface="Calibri" panose="020F0502020204030204" pitchFamily="34" charset="0"/>
                <a:ea typeface="Calibri" panose="020F0502020204030204" pitchFamily="34" charset="0"/>
              </a:rPr>
              <a:t># </a:t>
            </a:r>
            <a:r>
              <a:rPr lang="tr-TR" sz="1400" b="1">
                <a:solidFill>
                  <a:srgbClr val="002664"/>
                </a:solidFill>
                <a:latin typeface="Calibri" panose="020F0502020204030204" pitchFamily="34" charset="0"/>
                <a:ea typeface="Calibri" panose="020F0502020204030204" pitchFamily="34" charset="0"/>
              </a:rPr>
              <a:t>2</a:t>
            </a:r>
            <a:r>
              <a:rPr lang="en-GB" sz="1400">
                <a:solidFill>
                  <a:srgbClr val="002664"/>
                </a:solidFill>
                <a:latin typeface="Calibri" panose="020F0502020204030204" pitchFamily="34" charset="0"/>
                <a:ea typeface="Calibri" panose="020F0502020204030204" pitchFamily="34" charset="0"/>
              </a:rPr>
              <a:t> RTs are </a:t>
            </a:r>
            <a:r>
              <a:rPr lang="en-GB" sz="1400" b="1">
                <a:solidFill>
                  <a:srgbClr val="002664"/>
                </a:solidFill>
                <a:latin typeface="Calibri" panose="020F0502020204030204" pitchFamily="34" charset="0"/>
                <a:ea typeface="Calibri" panose="020F0502020204030204" pitchFamily="34" charset="0"/>
              </a:rPr>
              <a:t>not covered</a:t>
            </a:r>
            <a:r>
              <a:rPr lang="en-GB" sz="1400">
                <a:solidFill>
                  <a:srgbClr val="002664"/>
                </a:solidFill>
                <a:latin typeface="Calibri" panose="020F0502020204030204" pitchFamily="34" charset="0"/>
                <a:ea typeface="Calibri" panose="020F0502020204030204" pitchFamily="34" charset="0"/>
              </a:rPr>
              <a:t> by Mantas scenarios –  new scenarios to be developed </a:t>
            </a:r>
          </a:p>
        </p:txBody>
      </p:sp>
      <p:sp>
        <p:nvSpPr>
          <p:cNvPr id="3" name="Oval 2">
            <a:extLst>
              <a:ext uri="{FF2B5EF4-FFF2-40B4-BE49-F238E27FC236}">
                <a16:creationId xmlns:a16="http://schemas.microsoft.com/office/drawing/2014/main" id="{62BDDF7F-E26E-43B4-8C52-CB25DCF9D23A}"/>
              </a:ext>
            </a:extLst>
          </p:cNvPr>
          <p:cNvSpPr/>
          <p:nvPr/>
        </p:nvSpPr>
        <p:spPr>
          <a:xfrm>
            <a:off x="334922" y="2942104"/>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1</a:t>
            </a:r>
          </a:p>
        </p:txBody>
      </p:sp>
      <p:sp>
        <p:nvSpPr>
          <p:cNvPr id="43" name="Oval 42">
            <a:extLst>
              <a:ext uri="{FF2B5EF4-FFF2-40B4-BE49-F238E27FC236}">
                <a16:creationId xmlns:a16="http://schemas.microsoft.com/office/drawing/2014/main" id="{AF1BC8B1-A6D5-413A-B8F2-BCC4B1332C4C}"/>
              </a:ext>
            </a:extLst>
          </p:cNvPr>
          <p:cNvSpPr/>
          <p:nvPr/>
        </p:nvSpPr>
        <p:spPr>
          <a:xfrm>
            <a:off x="334922" y="3292071"/>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2</a:t>
            </a:r>
          </a:p>
        </p:txBody>
      </p:sp>
      <p:sp>
        <p:nvSpPr>
          <p:cNvPr id="44" name="Oval 43">
            <a:extLst>
              <a:ext uri="{FF2B5EF4-FFF2-40B4-BE49-F238E27FC236}">
                <a16:creationId xmlns:a16="http://schemas.microsoft.com/office/drawing/2014/main" id="{3652A1C5-3793-4EF3-B652-B1F7E7F23E84}"/>
              </a:ext>
            </a:extLst>
          </p:cNvPr>
          <p:cNvSpPr/>
          <p:nvPr/>
        </p:nvSpPr>
        <p:spPr>
          <a:xfrm>
            <a:off x="334922" y="3638440"/>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3</a:t>
            </a:r>
          </a:p>
        </p:txBody>
      </p:sp>
      <p:sp>
        <p:nvSpPr>
          <p:cNvPr id="45" name="Oval 44">
            <a:extLst>
              <a:ext uri="{FF2B5EF4-FFF2-40B4-BE49-F238E27FC236}">
                <a16:creationId xmlns:a16="http://schemas.microsoft.com/office/drawing/2014/main" id="{E6E6D788-66FA-43B6-BD73-B4955249AB92}"/>
              </a:ext>
            </a:extLst>
          </p:cNvPr>
          <p:cNvSpPr/>
          <p:nvPr/>
        </p:nvSpPr>
        <p:spPr>
          <a:xfrm>
            <a:off x="334922" y="3978736"/>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4</a:t>
            </a:r>
          </a:p>
        </p:txBody>
      </p:sp>
      <p:sp>
        <p:nvSpPr>
          <p:cNvPr id="46" name="Oval 45">
            <a:extLst>
              <a:ext uri="{FF2B5EF4-FFF2-40B4-BE49-F238E27FC236}">
                <a16:creationId xmlns:a16="http://schemas.microsoft.com/office/drawing/2014/main" id="{34F6D58C-36E6-43CE-9827-1D0B130FFC04}"/>
              </a:ext>
            </a:extLst>
          </p:cNvPr>
          <p:cNvSpPr/>
          <p:nvPr/>
        </p:nvSpPr>
        <p:spPr>
          <a:xfrm>
            <a:off x="334922" y="4344115"/>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5</a:t>
            </a:r>
          </a:p>
        </p:txBody>
      </p:sp>
      <p:sp>
        <p:nvSpPr>
          <p:cNvPr id="48" name="Oval 47">
            <a:extLst>
              <a:ext uri="{FF2B5EF4-FFF2-40B4-BE49-F238E27FC236}">
                <a16:creationId xmlns:a16="http://schemas.microsoft.com/office/drawing/2014/main" id="{DA43DB75-FA8D-40BB-BD2A-A7BAEA108DD6}"/>
              </a:ext>
            </a:extLst>
          </p:cNvPr>
          <p:cNvSpPr/>
          <p:nvPr/>
        </p:nvSpPr>
        <p:spPr>
          <a:xfrm>
            <a:off x="334922" y="4720350"/>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6</a:t>
            </a:r>
          </a:p>
        </p:txBody>
      </p:sp>
      <p:sp>
        <p:nvSpPr>
          <p:cNvPr id="49" name="Oval 48">
            <a:extLst>
              <a:ext uri="{FF2B5EF4-FFF2-40B4-BE49-F238E27FC236}">
                <a16:creationId xmlns:a16="http://schemas.microsoft.com/office/drawing/2014/main" id="{8425CC8C-2C38-469A-9541-C4F4FB63919B}"/>
              </a:ext>
            </a:extLst>
          </p:cNvPr>
          <p:cNvSpPr/>
          <p:nvPr/>
        </p:nvSpPr>
        <p:spPr>
          <a:xfrm>
            <a:off x="334922" y="5029659"/>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7</a:t>
            </a:r>
          </a:p>
        </p:txBody>
      </p:sp>
      <p:sp>
        <p:nvSpPr>
          <p:cNvPr id="50" name="Oval 49">
            <a:extLst>
              <a:ext uri="{FF2B5EF4-FFF2-40B4-BE49-F238E27FC236}">
                <a16:creationId xmlns:a16="http://schemas.microsoft.com/office/drawing/2014/main" id="{12A968E1-EB40-4818-9747-904DBF7514EA}"/>
              </a:ext>
            </a:extLst>
          </p:cNvPr>
          <p:cNvSpPr/>
          <p:nvPr/>
        </p:nvSpPr>
        <p:spPr>
          <a:xfrm>
            <a:off x="339656" y="5659891"/>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9</a:t>
            </a:r>
          </a:p>
        </p:txBody>
      </p:sp>
      <p:sp>
        <p:nvSpPr>
          <p:cNvPr id="63" name="Oval 62">
            <a:extLst>
              <a:ext uri="{FF2B5EF4-FFF2-40B4-BE49-F238E27FC236}">
                <a16:creationId xmlns:a16="http://schemas.microsoft.com/office/drawing/2014/main" id="{524B2C46-B18B-4FA4-B1D9-4134FC3C9BBA}"/>
              </a:ext>
            </a:extLst>
          </p:cNvPr>
          <p:cNvSpPr/>
          <p:nvPr/>
        </p:nvSpPr>
        <p:spPr>
          <a:xfrm>
            <a:off x="334922" y="5968285"/>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10</a:t>
            </a:r>
          </a:p>
        </p:txBody>
      </p:sp>
      <p:sp>
        <p:nvSpPr>
          <p:cNvPr id="66" name="Oval 65">
            <a:extLst>
              <a:ext uri="{FF2B5EF4-FFF2-40B4-BE49-F238E27FC236}">
                <a16:creationId xmlns:a16="http://schemas.microsoft.com/office/drawing/2014/main" id="{761CA1CC-EB5D-4415-9324-35787AE48EB3}"/>
              </a:ext>
            </a:extLst>
          </p:cNvPr>
          <p:cNvSpPr/>
          <p:nvPr/>
        </p:nvSpPr>
        <p:spPr>
          <a:xfrm>
            <a:off x="334922" y="6284282"/>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11</a:t>
            </a:r>
          </a:p>
        </p:txBody>
      </p:sp>
      <p:sp>
        <p:nvSpPr>
          <p:cNvPr id="71" name="Oval 70">
            <a:extLst>
              <a:ext uri="{FF2B5EF4-FFF2-40B4-BE49-F238E27FC236}">
                <a16:creationId xmlns:a16="http://schemas.microsoft.com/office/drawing/2014/main" id="{5FBEB868-FB21-4A40-A7C1-A234D4EAF9AD}"/>
              </a:ext>
            </a:extLst>
          </p:cNvPr>
          <p:cNvSpPr/>
          <p:nvPr/>
        </p:nvSpPr>
        <p:spPr>
          <a:xfrm>
            <a:off x="334922" y="5362941"/>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8</a:t>
            </a:r>
          </a:p>
        </p:txBody>
      </p:sp>
      <p:sp>
        <p:nvSpPr>
          <p:cNvPr id="64" name="TextBox 63">
            <a:extLst>
              <a:ext uri="{FF2B5EF4-FFF2-40B4-BE49-F238E27FC236}">
                <a16:creationId xmlns:a16="http://schemas.microsoft.com/office/drawing/2014/main" id="{5FB1464C-9397-422F-BF06-DBE79C35E684}"/>
              </a:ext>
            </a:extLst>
          </p:cNvPr>
          <p:cNvSpPr txBox="1"/>
          <p:nvPr/>
        </p:nvSpPr>
        <p:spPr>
          <a:xfrm>
            <a:off x="10026711" y="159905"/>
            <a:ext cx="627008" cy="246221"/>
          </a:xfrm>
          <a:prstGeom prst="rect">
            <a:avLst/>
          </a:prstGeom>
          <a:noFill/>
        </p:spPr>
        <p:txBody>
          <a:bodyPr wrap="square" rtlCol="0">
            <a:spAutoFit/>
          </a:bodyPr>
          <a:lstStyle/>
          <a:p>
            <a:r>
              <a:rPr lang="en-US" sz="1000" b="1">
                <a:solidFill>
                  <a:schemeClr val="tx1"/>
                </a:solidFill>
                <a:latin typeface="Calibri" panose="020F0502020204030204" pitchFamily="34" charset="0"/>
                <a:ea typeface="Calibri" panose="020F0502020204030204" pitchFamily="34" charset="0"/>
                <a:cs typeface="Calibri" panose="020F0502020204030204" pitchFamily="34" charset="0"/>
              </a:rPr>
              <a:t>Legend</a:t>
            </a:r>
            <a:endParaRPr lang="it-IT" sz="1000" b="1"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65" name="Picture 64">
            <a:extLst>
              <a:ext uri="{FF2B5EF4-FFF2-40B4-BE49-F238E27FC236}">
                <a16:creationId xmlns:a16="http://schemas.microsoft.com/office/drawing/2014/main" id="{A4538210-7CDA-4956-AAD5-B3C3C15AEA4A}"/>
              </a:ext>
            </a:extLst>
          </p:cNvPr>
          <p:cNvPicPr/>
          <p:nvPr/>
        </p:nvPicPr>
        <p:blipFill>
          <a:blip r:embed="rId3"/>
          <a:stretch>
            <a:fillRect/>
          </a:stretch>
        </p:blipFill>
        <p:spPr>
          <a:xfrm>
            <a:off x="10690155" y="221562"/>
            <a:ext cx="336717" cy="148024"/>
          </a:xfrm>
          <a:prstGeom prst="rect">
            <a:avLst/>
          </a:prstGeom>
        </p:spPr>
      </p:pic>
      <p:sp>
        <p:nvSpPr>
          <p:cNvPr id="68" name="Rectangle 67">
            <a:extLst>
              <a:ext uri="{FF2B5EF4-FFF2-40B4-BE49-F238E27FC236}">
                <a16:creationId xmlns:a16="http://schemas.microsoft.com/office/drawing/2014/main" id="{7AC4D432-3375-4AE2-BD46-0606ECA7B0C9}"/>
              </a:ext>
            </a:extLst>
          </p:cNvPr>
          <p:cNvSpPr/>
          <p:nvPr/>
        </p:nvSpPr>
        <p:spPr>
          <a:xfrm>
            <a:off x="10617282" y="159130"/>
            <a:ext cx="1337715" cy="226458"/>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latin typeface="Calibri" panose="020F0502020204030204" pitchFamily="34" charset="0"/>
                <a:cs typeface="Calibri" panose="020F0502020204030204" pitchFamily="34" charset="0"/>
              </a:rPr>
              <a:t>          RTs in the GOR </a:t>
            </a:r>
          </a:p>
        </p:txBody>
      </p:sp>
      <p:pic>
        <p:nvPicPr>
          <p:cNvPr id="69" name="Picture 68">
            <a:extLst>
              <a:ext uri="{FF2B5EF4-FFF2-40B4-BE49-F238E27FC236}">
                <a16:creationId xmlns:a16="http://schemas.microsoft.com/office/drawing/2014/main" id="{AFEA3EE2-EFB2-4549-8BF6-6DC1831F82AE}"/>
              </a:ext>
            </a:extLst>
          </p:cNvPr>
          <p:cNvPicPr/>
          <p:nvPr/>
        </p:nvPicPr>
        <p:blipFill>
          <a:blip r:embed="rId3"/>
          <a:stretch>
            <a:fillRect/>
          </a:stretch>
        </p:blipFill>
        <p:spPr>
          <a:xfrm>
            <a:off x="4385612" y="2905524"/>
            <a:ext cx="336717" cy="148024"/>
          </a:xfrm>
          <a:prstGeom prst="rect">
            <a:avLst/>
          </a:prstGeom>
        </p:spPr>
      </p:pic>
      <p:pic>
        <p:nvPicPr>
          <p:cNvPr id="70" name="Picture 69">
            <a:extLst>
              <a:ext uri="{FF2B5EF4-FFF2-40B4-BE49-F238E27FC236}">
                <a16:creationId xmlns:a16="http://schemas.microsoft.com/office/drawing/2014/main" id="{144C9572-B146-4723-9544-CA1CD7F3A59E}"/>
              </a:ext>
            </a:extLst>
          </p:cNvPr>
          <p:cNvPicPr/>
          <p:nvPr/>
        </p:nvPicPr>
        <p:blipFill>
          <a:blip r:embed="rId3"/>
          <a:stretch>
            <a:fillRect/>
          </a:stretch>
        </p:blipFill>
        <p:spPr>
          <a:xfrm>
            <a:off x="4385611" y="3592039"/>
            <a:ext cx="336717" cy="148024"/>
          </a:xfrm>
          <a:prstGeom prst="rect">
            <a:avLst/>
          </a:prstGeom>
        </p:spPr>
      </p:pic>
      <p:pic>
        <p:nvPicPr>
          <p:cNvPr id="72" name="Picture 71">
            <a:extLst>
              <a:ext uri="{FF2B5EF4-FFF2-40B4-BE49-F238E27FC236}">
                <a16:creationId xmlns:a16="http://schemas.microsoft.com/office/drawing/2014/main" id="{B96270B2-A3C8-4C7B-BD4C-0AC291D17F1B}"/>
              </a:ext>
            </a:extLst>
          </p:cNvPr>
          <p:cNvPicPr/>
          <p:nvPr/>
        </p:nvPicPr>
        <p:blipFill>
          <a:blip r:embed="rId3"/>
          <a:stretch>
            <a:fillRect/>
          </a:stretch>
        </p:blipFill>
        <p:spPr>
          <a:xfrm>
            <a:off x="4385610" y="3919358"/>
            <a:ext cx="336717" cy="148024"/>
          </a:xfrm>
          <a:prstGeom prst="rect">
            <a:avLst/>
          </a:prstGeom>
        </p:spPr>
      </p:pic>
      <p:pic>
        <p:nvPicPr>
          <p:cNvPr id="73" name="Picture 72">
            <a:extLst>
              <a:ext uri="{FF2B5EF4-FFF2-40B4-BE49-F238E27FC236}">
                <a16:creationId xmlns:a16="http://schemas.microsoft.com/office/drawing/2014/main" id="{A94008A8-9779-4C6C-A9A2-D14C2892B548}"/>
              </a:ext>
            </a:extLst>
          </p:cNvPr>
          <p:cNvPicPr/>
          <p:nvPr/>
        </p:nvPicPr>
        <p:blipFill>
          <a:blip r:embed="rId3"/>
          <a:stretch>
            <a:fillRect/>
          </a:stretch>
        </p:blipFill>
        <p:spPr>
          <a:xfrm>
            <a:off x="4394706" y="4794604"/>
            <a:ext cx="336717" cy="148024"/>
          </a:xfrm>
          <a:prstGeom prst="rect">
            <a:avLst/>
          </a:prstGeom>
        </p:spPr>
      </p:pic>
      <p:pic>
        <p:nvPicPr>
          <p:cNvPr id="74" name="Picture 73">
            <a:extLst>
              <a:ext uri="{FF2B5EF4-FFF2-40B4-BE49-F238E27FC236}">
                <a16:creationId xmlns:a16="http://schemas.microsoft.com/office/drawing/2014/main" id="{F2C7F171-6EFA-4076-B309-9FE7CAD3FB3A}"/>
              </a:ext>
            </a:extLst>
          </p:cNvPr>
          <p:cNvPicPr/>
          <p:nvPr/>
        </p:nvPicPr>
        <p:blipFill>
          <a:blip r:embed="rId3"/>
          <a:stretch>
            <a:fillRect/>
          </a:stretch>
        </p:blipFill>
        <p:spPr>
          <a:xfrm>
            <a:off x="4385609" y="5140457"/>
            <a:ext cx="336717" cy="148024"/>
          </a:xfrm>
          <a:prstGeom prst="rect">
            <a:avLst/>
          </a:prstGeom>
        </p:spPr>
      </p:pic>
      <p:pic>
        <p:nvPicPr>
          <p:cNvPr id="75" name="Picture 74">
            <a:extLst>
              <a:ext uri="{FF2B5EF4-FFF2-40B4-BE49-F238E27FC236}">
                <a16:creationId xmlns:a16="http://schemas.microsoft.com/office/drawing/2014/main" id="{373621FF-6DB0-43AF-BDA7-04C525C76831}"/>
              </a:ext>
            </a:extLst>
          </p:cNvPr>
          <p:cNvPicPr/>
          <p:nvPr/>
        </p:nvPicPr>
        <p:blipFill>
          <a:blip r:embed="rId3"/>
          <a:stretch>
            <a:fillRect/>
          </a:stretch>
        </p:blipFill>
        <p:spPr>
          <a:xfrm>
            <a:off x="4385608" y="5429205"/>
            <a:ext cx="336717" cy="148024"/>
          </a:xfrm>
          <a:prstGeom prst="rect">
            <a:avLst/>
          </a:prstGeom>
        </p:spPr>
      </p:pic>
      <p:pic>
        <p:nvPicPr>
          <p:cNvPr id="79" name="Picture 78">
            <a:extLst>
              <a:ext uri="{FF2B5EF4-FFF2-40B4-BE49-F238E27FC236}">
                <a16:creationId xmlns:a16="http://schemas.microsoft.com/office/drawing/2014/main" id="{8E6163A6-ADB2-4AD8-B432-44187CC504D6}"/>
              </a:ext>
            </a:extLst>
          </p:cNvPr>
          <p:cNvPicPr/>
          <p:nvPr/>
        </p:nvPicPr>
        <p:blipFill>
          <a:blip r:embed="rId3"/>
          <a:stretch>
            <a:fillRect/>
          </a:stretch>
        </p:blipFill>
        <p:spPr>
          <a:xfrm>
            <a:off x="4385607" y="5757550"/>
            <a:ext cx="336717" cy="148024"/>
          </a:xfrm>
          <a:prstGeom prst="rect">
            <a:avLst/>
          </a:prstGeom>
        </p:spPr>
      </p:pic>
      <p:pic>
        <p:nvPicPr>
          <p:cNvPr id="80" name="Picture 79">
            <a:extLst>
              <a:ext uri="{FF2B5EF4-FFF2-40B4-BE49-F238E27FC236}">
                <a16:creationId xmlns:a16="http://schemas.microsoft.com/office/drawing/2014/main" id="{A3247780-94F2-488B-B989-50A6C20F472E}"/>
              </a:ext>
            </a:extLst>
          </p:cNvPr>
          <p:cNvPicPr/>
          <p:nvPr/>
        </p:nvPicPr>
        <p:blipFill>
          <a:blip r:embed="rId3"/>
          <a:stretch>
            <a:fillRect/>
          </a:stretch>
        </p:blipFill>
        <p:spPr>
          <a:xfrm>
            <a:off x="4394706" y="6067000"/>
            <a:ext cx="336717" cy="148024"/>
          </a:xfrm>
          <a:prstGeom prst="rect">
            <a:avLst/>
          </a:prstGeom>
        </p:spPr>
      </p:pic>
      <p:pic>
        <p:nvPicPr>
          <p:cNvPr id="81" name="Picture 80">
            <a:extLst>
              <a:ext uri="{FF2B5EF4-FFF2-40B4-BE49-F238E27FC236}">
                <a16:creationId xmlns:a16="http://schemas.microsoft.com/office/drawing/2014/main" id="{CA22AF1E-6D03-4D95-91AB-7A68408AE863}"/>
              </a:ext>
            </a:extLst>
          </p:cNvPr>
          <p:cNvPicPr/>
          <p:nvPr/>
        </p:nvPicPr>
        <p:blipFill>
          <a:blip r:embed="rId3"/>
          <a:stretch>
            <a:fillRect/>
          </a:stretch>
        </p:blipFill>
        <p:spPr>
          <a:xfrm>
            <a:off x="4385606" y="6372928"/>
            <a:ext cx="336717" cy="148024"/>
          </a:xfrm>
          <a:prstGeom prst="rect">
            <a:avLst/>
          </a:prstGeom>
        </p:spPr>
      </p:pic>
      <p:pic>
        <p:nvPicPr>
          <p:cNvPr id="82" name="Picture 81">
            <a:extLst>
              <a:ext uri="{FF2B5EF4-FFF2-40B4-BE49-F238E27FC236}">
                <a16:creationId xmlns:a16="http://schemas.microsoft.com/office/drawing/2014/main" id="{2E27D71F-B39C-41A8-A181-A39BFD589FBB}"/>
              </a:ext>
            </a:extLst>
          </p:cNvPr>
          <p:cNvPicPr/>
          <p:nvPr/>
        </p:nvPicPr>
        <p:blipFill>
          <a:blip r:embed="rId3"/>
          <a:stretch>
            <a:fillRect/>
          </a:stretch>
        </p:blipFill>
        <p:spPr>
          <a:xfrm>
            <a:off x="4394706" y="3276067"/>
            <a:ext cx="336717" cy="148024"/>
          </a:xfrm>
          <a:prstGeom prst="rect">
            <a:avLst/>
          </a:prstGeom>
        </p:spPr>
      </p:pic>
      <p:pic>
        <p:nvPicPr>
          <p:cNvPr id="83" name="Picture 82">
            <a:extLst>
              <a:ext uri="{FF2B5EF4-FFF2-40B4-BE49-F238E27FC236}">
                <a16:creationId xmlns:a16="http://schemas.microsoft.com/office/drawing/2014/main" id="{9C15A168-7BA6-4CE4-B66B-DEF005F6762B}"/>
              </a:ext>
            </a:extLst>
          </p:cNvPr>
          <p:cNvPicPr/>
          <p:nvPr/>
        </p:nvPicPr>
        <p:blipFill>
          <a:blip r:embed="rId3"/>
          <a:stretch>
            <a:fillRect/>
          </a:stretch>
        </p:blipFill>
        <p:spPr>
          <a:xfrm>
            <a:off x="4385605" y="4431458"/>
            <a:ext cx="336717" cy="148024"/>
          </a:xfrm>
          <a:prstGeom prst="rect">
            <a:avLst/>
          </a:prstGeom>
        </p:spPr>
      </p:pic>
      <p:sp>
        <p:nvSpPr>
          <p:cNvPr id="13" name="Rectangle 12">
            <a:extLst>
              <a:ext uri="{FF2B5EF4-FFF2-40B4-BE49-F238E27FC236}">
                <a16:creationId xmlns:a16="http://schemas.microsoft.com/office/drawing/2014/main" id="{B74F6E02-F524-EA55-E713-84CDD20FDF08}"/>
              </a:ext>
            </a:extLst>
          </p:cNvPr>
          <p:cNvSpPr/>
          <p:nvPr/>
        </p:nvSpPr>
        <p:spPr>
          <a:xfrm>
            <a:off x="4852203" y="5972612"/>
            <a:ext cx="2256883" cy="236737"/>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6.6 Large Reportable Transactions</a:t>
            </a:r>
          </a:p>
        </p:txBody>
      </p:sp>
      <p:sp>
        <p:nvSpPr>
          <p:cNvPr id="14" name="Rectangle 13">
            <a:extLst>
              <a:ext uri="{FF2B5EF4-FFF2-40B4-BE49-F238E27FC236}">
                <a16:creationId xmlns:a16="http://schemas.microsoft.com/office/drawing/2014/main" id="{C2B7FA42-9EDF-8EA5-EDFD-71204FEB31F8}"/>
              </a:ext>
            </a:extLst>
          </p:cNvPr>
          <p:cNvSpPr/>
          <p:nvPr/>
        </p:nvSpPr>
        <p:spPr>
          <a:xfrm>
            <a:off x="4827542" y="5660908"/>
            <a:ext cx="2256884" cy="237745"/>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5.5 CIB: Product Utilization Shift </a:t>
            </a:r>
          </a:p>
        </p:txBody>
      </p:sp>
    </p:spTree>
    <p:extLst>
      <p:ext uri="{BB962C8B-B14F-4D97-AF65-F5344CB8AC3E}">
        <p14:creationId xmlns:p14="http://schemas.microsoft.com/office/powerpoint/2010/main" val="4164466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33FD8C-33B1-EDFC-61D1-222365A95871}"/>
              </a:ext>
            </a:extLst>
          </p:cNvPr>
          <p:cNvSpPr>
            <a:spLocks noGrp="1"/>
          </p:cNvSpPr>
          <p:nvPr>
            <p:ph type="body" sz="quarter" idx="11"/>
          </p:nvPr>
        </p:nvSpPr>
        <p:spPr/>
        <p:txBody>
          <a:bodyPr/>
          <a:lstStyle/>
          <a:p>
            <a:r>
              <a:rPr lang="en-US"/>
              <a:t>Group Risk Typologies and Target scenarios (2/2) -  applicable in UCB CZ</a:t>
            </a:r>
          </a:p>
        </p:txBody>
      </p:sp>
      <p:sp>
        <p:nvSpPr>
          <p:cNvPr id="14" name="Rectangle 13">
            <a:extLst>
              <a:ext uri="{FF2B5EF4-FFF2-40B4-BE49-F238E27FC236}">
                <a16:creationId xmlns:a16="http://schemas.microsoft.com/office/drawing/2014/main" id="{EB3B2CF7-CFF2-0017-A8FE-A7EFA4FC4C7A}"/>
              </a:ext>
            </a:extLst>
          </p:cNvPr>
          <p:cNvSpPr/>
          <p:nvPr/>
        </p:nvSpPr>
        <p:spPr>
          <a:xfrm>
            <a:off x="406400" y="3953607"/>
            <a:ext cx="4261104" cy="365760"/>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23. Credit Cards/Debit Cards /Prepaid cards - Excessive cash advance /deposit / withdrawal or overpayment (</a:t>
            </a:r>
            <a:r>
              <a:rPr lang="en-US" sz="1000" i="1" u="sng">
                <a:solidFill>
                  <a:schemeClr val="tx2"/>
                </a:solidFill>
                <a:latin typeface="Calibri" panose="020F0502020204030204" pitchFamily="34" charset="0"/>
                <a:ea typeface="Calibri" panose="020F0502020204030204" pitchFamily="34" charset="0"/>
                <a:cs typeface="Calibri" panose="020F0502020204030204" pitchFamily="34" charset="0"/>
              </a:rPr>
              <a:t>(Applicable only for Debit Cards and Credit cards)</a:t>
            </a: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 </a:t>
            </a:r>
          </a:p>
        </p:txBody>
      </p:sp>
      <p:sp>
        <p:nvSpPr>
          <p:cNvPr id="23" name="Rectangle 22">
            <a:extLst>
              <a:ext uri="{FF2B5EF4-FFF2-40B4-BE49-F238E27FC236}">
                <a16:creationId xmlns:a16="http://schemas.microsoft.com/office/drawing/2014/main" id="{6444AAC2-CCF2-D6CB-3C40-5B9DAAE22B86}"/>
              </a:ext>
            </a:extLst>
          </p:cNvPr>
          <p:cNvSpPr/>
          <p:nvPr/>
        </p:nvSpPr>
        <p:spPr>
          <a:xfrm>
            <a:off x="406400" y="2894808"/>
            <a:ext cx="4261103" cy="349662"/>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28. Unusual method / timing of repayment related to a financing transaction</a:t>
            </a:r>
          </a:p>
        </p:txBody>
      </p:sp>
      <p:sp>
        <p:nvSpPr>
          <p:cNvPr id="30" name="TextBox 29">
            <a:extLst>
              <a:ext uri="{FF2B5EF4-FFF2-40B4-BE49-F238E27FC236}">
                <a16:creationId xmlns:a16="http://schemas.microsoft.com/office/drawing/2014/main" id="{6B289FFE-A281-847C-3197-77C84841A696}"/>
              </a:ext>
            </a:extLst>
          </p:cNvPr>
          <p:cNvSpPr txBox="1"/>
          <p:nvPr/>
        </p:nvSpPr>
        <p:spPr>
          <a:xfrm>
            <a:off x="4737976" y="761722"/>
            <a:ext cx="4633221" cy="177293"/>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975" b="1" spc="-4">
                <a:solidFill>
                  <a:srgbClr val="002664"/>
                </a:solidFill>
                <a:latin typeface="Calibri" panose="020F0502020204030204" pitchFamily="34" charset="0"/>
                <a:cs typeface="Calibri" panose="020F0502020204030204" pitchFamily="34" charset="0"/>
              </a:rPr>
              <a:t>Mantas Scenarios</a:t>
            </a:r>
            <a:endParaRPr lang="en-US" sz="975" spc="-4">
              <a:solidFill>
                <a:srgbClr val="FF0000"/>
              </a:solidFill>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CD8F0B93-2ECD-9298-9760-C251DBE63E52}"/>
              </a:ext>
            </a:extLst>
          </p:cNvPr>
          <p:cNvSpPr/>
          <p:nvPr/>
        </p:nvSpPr>
        <p:spPr>
          <a:xfrm>
            <a:off x="406401" y="2587036"/>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19. Funneling</a:t>
            </a:r>
          </a:p>
        </p:txBody>
      </p:sp>
      <p:sp>
        <p:nvSpPr>
          <p:cNvPr id="36" name="Rectangle 35">
            <a:extLst>
              <a:ext uri="{FF2B5EF4-FFF2-40B4-BE49-F238E27FC236}">
                <a16:creationId xmlns:a16="http://schemas.microsoft.com/office/drawing/2014/main" id="{1EDA3529-49DD-E816-C437-3B8824904A62}"/>
              </a:ext>
            </a:extLst>
          </p:cNvPr>
          <p:cNvSpPr/>
          <p:nvPr/>
        </p:nvSpPr>
        <p:spPr>
          <a:xfrm>
            <a:off x="406400" y="2267588"/>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18. Account Velocity </a:t>
            </a:r>
          </a:p>
        </p:txBody>
      </p:sp>
      <p:sp>
        <p:nvSpPr>
          <p:cNvPr id="37" name="Rectangle 36">
            <a:extLst>
              <a:ext uri="{FF2B5EF4-FFF2-40B4-BE49-F238E27FC236}">
                <a16:creationId xmlns:a16="http://schemas.microsoft.com/office/drawing/2014/main" id="{D667D12D-5932-6C6B-293E-C776FF3835C7}"/>
              </a:ext>
            </a:extLst>
          </p:cNvPr>
          <p:cNvSpPr/>
          <p:nvPr/>
        </p:nvSpPr>
        <p:spPr>
          <a:xfrm>
            <a:off x="4737977" y="2267589"/>
            <a:ext cx="2520076" cy="23774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5.7 “Rapid Movement of Funds – All activity”. </a:t>
            </a:r>
          </a:p>
        </p:txBody>
      </p:sp>
      <p:sp>
        <p:nvSpPr>
          <p:cNvPr id="42" name="Rectangle 41">
            <a:extLst>
              <a:ext uri="{FF2B5EF4-FFF2-40B4-BE49-F238E27FC236}">
                <a16:creationId xmlns:a16="http://schemas.microsoft.com/office/drawing/2014/main" id="{60E46DE7-9138-717B-BD9F-73E1DF9AF51A}"/>
              </a:ext>
            </a:extLst>
          </p:cNvPr>
          <p:cNvSpPr/>
          <p:nvPr/>
        </p:nvSpPr>
        <p:spPr>
          <a:xfrm>
            <a:off x="4737977" y="2601238"/>
            <a:ext cx="2520076" cy="237745"/>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5.18 “Hub and spoke”</a:t>
            </a:r>
          </a:p>
        </p:txBody>
      </p:sp>
      <p:sp>
        <p:nvSpPr>
          <p:cNvPr id="44" name="Rectangle 43">
            <a:extLst>
              <a:ext uri="{FF2B5EF4-FFF2-40B4-BE49-F238E27FC236}">
                <a16:creationId xmlns:a16="http://schemas.microsoft.com/office/drawing/2014/main" id="{9F74072C-347C-D868-632E-E9F57AC6653D}"/>
              </a:ext>
            </a:extLst>
          </p:cNvPr>
          <p:cNvSpPr/>
          <p:nvPr/>
        </p:nvSpPr>
        <p:spPr>
          <a:xfrm>
            <a:off x="4737978" y="2894809"/>
            <a:ext cx="2520072" cy="380732"/>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8.4 “Early Payoff or Paydown of a Credit Product”. </a:t>
            </a:r>
          </a:p>
        </p:txBody>
      </p:sp>
      <p:sp>
        <p:nvSpPr>
          <p:cNvPr id="46" name="Rectangle 45">
            <a:extLst>
              <a:ext uri="{FF2B5EF4-FFF2-40B4-BE49-F238E27FC236}">
                <a16:creationId xmlns:a16="http://schemas.microsoft.com/office/drawing/2014/main" id="{664DC402-0A18-AEC9-CD7B-F3AA66010D96}"/>
              </a:ext>
            </a:extLst>
          </p:cNvPr>
          <p:cNvSpPr/>
          <p:nvPr/>
        </p:nvSpPr>
        <p:spPr>
          <a:xfrm>
            <a:off x="4737977" y="3953607"/>
            <a:ext cx="2520074" cy="365760"/>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8.1 “Anomalies in ATM, Bank Card: Excessive Withdrawals”</a:t>
            </a:r>
          </a:p>
        </p:txBody>
      </p:sp>
      <p:sp>
        <p:nvSpPr>
          <p:cNvPr id="47" name="Rectangle 46">
            <a:extLst>
              <a:ext uri="{FF2B5EF4-FFF2-40B4-BE49-F238E27FC236}">
                <a16:creationId xmlns:a16="http://schemas.microsoft.com/office/drawing/2014/main" id="{0F600C20-636B-E4C2-0DC7-04848F2FA1CC}"/>
              </a:ext>
            </a:extLst>
          </p:cNvPr>
          <p:cNvSpPr/>
          <p:nvPr/>
        </p:nvSpPr>
        <p:spPr>
          <a:xfrm>
            <a:off x="7328524" y="3953607"/>
            <a:ext cx="2205641" cy="373763"/>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8.2 “Anomalies in ATM, Bank Card: Structured Cash Deposits”</a:t>
            </a:r>
          </a:p>
        </p:txBody>
      </p:sp>
      <p:sp>
        <p:nvSpPr>
          <p:cNvPr id="52" name="TextBox 51">
            <a:extLst>
              <a:ext uri="{FF2B5EF4-FFF2-40B4-BE49-F238E27FC236}">
                <a16:creationId xmlns:a16="http://schemas.microsoft.com/office/drawing/2014/main" id="{80E158EE-588B-32F4-1D6F-B545424FA974}"/>
              </a:ext>
            </a:extLst>
          </p:cNvPr>
          <p:cNvSpPr txBox="1"/>
          <p:nvPr/>
        </p:nvSpPr>
        <p:spPr>
          <a:xfrm>
            <a:off x="406399" y="769174"/>
            <a:ext cx="4261104" cy="177293"/>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975" b="1" spc="-4">
                <a:solidFill>
                  <a:srgbClr val="002664"/>
                </a:solidFill>
                <a:latin typeface="Calibri" panose="020F0502020204030204" pitchFamily="34" charset="0"/>
                <a:cs typeface="Calibri" panose="020F0502020204030204" pitchFamily="34" charset="0"/>
              </a:rPr>
              <a:t>Risk Typologies</a:t>
            </a:r>
            <a:endParaRPr lang="en-US" sz="975" spc="-4">
              <a:solidFill>
                <a:srgbClr val="FF0000"/>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11D19C4B-1E4A-1A3B-A078-4D6C552E4617}"/>
              </a:ext>
            </a:extLst>
          </p:cNvPr>
          <p:cNvSpPr/>
          <p:nvPr/>
        </p:nvSpPr>
        <p:spPr>
          <a:xfrm>
            <a:off x="10115549" y="2267588"/>
            <a:ext cx="1865072" cy="23774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54" name="TextBox 53">
            <a:extLst>
              <a:ext uri="{FF2B5EF4-FFF2-40B4-BE49-F238E27FC236}">
                <a16:creationId xmlns:a16="http://schemas.microsoft.com/office/drawing/2014/main" id="{97841F3C-2804-6ED3-9B36-C2698E5E680C}"/>
              </a:ext>
            </a:extLst>
          </p:cNvPr>
          <p:cNvSpPr txBox="1"/>
          <p:nvPr/>
        </p:nvSpPr>
        <p:spPr>
          <a:xfrm>
            <a:off x="10115549" y="757605"/>
            <a:ext cx="1865071" cy="178126"/>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Final level of coverage</a:t>
            </a:r>
            <a:endParaRPr lang="en-US" sz="1000" spc="-4">
              <a:solidFill>
                <a:srgbClr val="FF0000"/>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6E85C965-02E4-08D4-4373-BD3202867E22}"/>
              </a:ext>
            </a:extLst>
          </p:cNvPr>
          <p:cNvSpPr/>
          <p:nvPr/>
        </p:nvSpPr>
        <p:spPr>
          <a:xfrm>
            <a:off x="10115549" y="2587036"/>
            <a:ext cx="1865072" cy="251947"/>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70" name="Rectangle 69">
            <a:extLst>
              <a:ext uri="{FF2B5EF4-FFF2-40B4-BE49-F238E27FC236}">
                <a16:creationId xmlns:a16="http://schemas.microsoft.com/office/drawing/2014/main" id="{3837AA1D-C7C8-461C-57CE-7D49E02489CB}"/>
              </a:ext>
            </a:extLst>
          </p:cNvPr>
          <p:cNvSpPr/>
          <p:nvPr/>
        </p:nvSpPr>
        <p:spPr>
          <a:xfrm>
            <a:off x="415902" y="1865207"/>
            <a:ext cx="4261104" cy="346499"/>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16. Structuring</a:t>
            </a:r>
          </a:p>
        </p:txBody>
      </p:sp>
      <p:sp>
        <p:nvSpPr>
          <p:cNvPr id="71" name="Rectangle 70">
            <a:extLst>
              <a:ext uri="{FF2B5EF4-FFF2-40B4-BE49-F238E27FC236}">
                <a16:creationId xmlns:a16="http://schemas.microsoft.com/office/drawing/2014/main" id="{838B10DD-A863-BCBA-73CE-AEE2EF2A3128}"/>
              </a:ext>
            </a:extLst>
          </p:cNvPr>
          <p:cNvSpPr/>
          <p:nvPr/>
        </p:nvSpPr>
        <p:spPr>
          <a:xfrm>
            <a:off x="406399" y="1184797"/>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11. Numerous round amount transactions</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72" name="Rectangle 71">
            <a:extLst>
              <a:ext uri="{FF2B5EF4-FFF2-40B4-BE49-F238E27FC236}">
                <a16:creationId xmlns:a16="http://schemas.microsoft.com/office/drawing/2014/main" id="{29E90CE1-FD3A-7F91-BBC2-284EDF07FF0D}"/>
              </a:ext>
            </a:extLst>
          </p:cNvPr>
          <p:cNvSpPr/>
          <p:nvPr/>
        </p:nvSpPr>
        <p:spPr>
          <a:xfrm>
            <a:off x="406398" y="4441214"/>
            <a:ext cx="4261104" cy="384053"/>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13. Deviation between customer's current and/or past (expected) behavior</a:t>
            </a:r>
          </a:p>
        </p:txBody>
      </p:sp>
      <p:sp>
        <p:nvSpPr>
          <p:cNvPr id="73" name="Rectangle 72">
            <a:extLst>
              <a:ext uri="{FF2B5EF4-FFF2-40B4-BE49-F238E27FC236}">
                <a16:creationId xmlns:a16="http://schemas.microsoft.com/office/drawing/2014/main" id="{64921770-89FA-FCDB-166E-ED5825C2A172}"/>
              </a:ext>
            </a:extLst>
          </p:cNvPr>
          <p:cNvSpPr/>
          <p:nvPr/>
        </p:nvSpPr>
        <p:spPr>
          <a:xfrm>
            <a:off x="418133" y="1545763"/>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14. Huge increase in foreign transactions</a:t>
            </a:r>
          </a:p>
        </p:txBody>
      </p:sp>
      <p:sp>
        <p:nvSpPr>
          <p:cNvPr id="74" name="Rectangle 73">
            <a:extLst>
              <a:ext uri="{FF2B5EF4-FFF2-40B4-BE49-F238E27FC236}">
                <a16:creationId xmlns:a16="http://schemas.microsoft.com/office/drawing/2014/main" id="{10C0A8A8-48C6-AC98-C33A-3F0B7E8B1FBE}"/>
              </a:ext>
            </a:extLst>
          </p:cNvPr>
          <p:cNvSpPr/>
          <p:nvPr/>
        </p:nvSpPr>
        <p:spPr>
          <a:xfrm>
            <a:off x="4741902" y="1178528"/>
            <a:ext cx="2516149" cy="23698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5.14 Transactions in Round Amounts</a:t>
            </a:r>
          </a:p>
        </p:txBody>
      </p:sp>
      <p:sp>
        <p:nvSpPr>
          <p:cNvPr id="75" name="Rectangle 74">
            <a:extLst>
              <a:ext uri="{FF2B5EF4-FFF2-40B4-BE49-F238E27FC236}">
                <a16:creationId xmlns:a16="http://schemas.microsoft.com/office/drawing/2014/main" id="{794E4963-03C0-F33B-1C49-83985508BD39}"/>
              </a:ext>
            </a:extLst>
          </p:cNvPr>
          <p:cNvSpPr/>
          <p:nvPr/>
        </p:nvSpPr>
        <p:spPr>
          <a:xfrm>
            <a:off x="4741902" y="4434189"/>
            <a:ext cx="1861147" cy="391077"/>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5.1 CIB: Significant Change from Previous Average Activity</a:t>
            </a:r>
          </a:p>
        </p:txBody>
      </p:sp>
      <p:sp>
        <p:nvSpPr>
          <p:cNvPr id="76" name="Rectangle 75">
            <a:extLst>
              <a:ext uri="{FF2B5EF4-FFF2-40B4-BE49-F238E27FC236}">
                <a16:creationId xmlns:a16="http://schemas.microsoft.com/office/drawing/2014/main" id="{601DEF4D-DA7F-92E7-C0E5-37E49441F13A}"/>
              </a:ext>
            </a:extLst>
          </p:cNvPr>
          <p:cNvSpPr/>
          <p:nvPr/>
        </p:nvSpPr>
        <p:spPr>
          <a:xfrm>
            <a:off x="4741902" y="1538739"/>
            <a:ext cx="2516148" cy="23774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5.4 CIB: Foreign Activity </a:t>
            </a:r>
          </a:p>
        </p:txBody>
      </p:sp>
      <p:sp>
        <p:nvSpPr>
          <p:cNvPr id="78" name="Rectangle 77">
            <a:extLst>
              <a:ext uri="{FF2B5EF4-FFF2-40B4-BE49-F238E27FC236}">
                <a16:creationId xmlns:a16="http://schemas.microsoft.com/office/drawing/2014/main" id="{4178390F-505A-0DDD-775D-0B8A60640442}"/>
              </a:ext>
            </a:extLst>
          </p:cNvPr>
          <p:cNvSpPr/>
          <p:nvPr/>
        </p:nvSpPr>
        <p:spPr>
          <a:xfrm>
            <a:off x="4735734" y="1866613"/>
            <a:ext cx="2516149" cy="33950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6.3 Structuring: Avoidance of Reporting Thresholds</a:t>
            </a:r>
          </a:p>
        </p:txBody>
      </p:sp>
      <p:sp>
        <p:nvSpPr>
          <p:cNvPr id="79" name="Rectangle 78">
            <a:extLst>
              <a:ext uri="{FF2B5EF4-FFF2-40B4-BE49-F238E27FC236}">
                <a16:creationId xmlns:a16="http://schemas.microsoft.com/office/drawing/2014/main" id="{366B1670-54D1-7B6C-CF39-D090CD0EA16E}"/>
              </a:ext>
            </a:extLst>
          </p:cNvPr>
          <p:cNvSpPr/>
          <p:nvPr/>
        </p:nvSpPr>
        <p:spPr>
          <a:xfrm>
            <a:off x="10115544" y="1227454"/>
            <a:ext cx="1865072"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81" name="Rectangle 80">
            <a:extLst>
              <a:ext uri="{FF2B5EF4-FFF2-40B4-BE49-F238E27FC236}">
                <a16:creationId xmlns:a16="http://schemas.microsoft.com/office/drawing/2014/main" id="{DF652629-A4F3-4D3B-0B1C-4DAC5560C245}"/>
              </a:ext>
            </a:extLst>
          </p:cNvPr>
          <p:cNvSpPr/>
          <p:nvPr/>
        </p:nvSpPr>
        <p:spPr>
          <a:xfrm>
            <a:off x="10115544" y="1532198"/>
            <a:ext cx="1865072"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82" name="Rectangle 81">
            <a:extLst>
              <a:ext uri="{FF2B5EF4-FFF2-40B4-BE49-F238E27FC236}">
                <a16:creationId xmlns:a16="http://schemas.microsoft.com/office/drawing/2014/main" id="{B4382FAB-6CF3-ED74-69E2-17EFA20F2738}"/>
              </a:ext>
            </a:extLst>
          </p:cNvPr>
          <p:cNvSpPr/>
          <p:nvPr/>
        </p:nvSpPr>
        <p:spPr>
          <a:xfrm>
            <a:off x="10115544" y="1889126"/>
            <a:ext cx="1865072" cy="327903"/>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50" name="Oval 49">
            <a:extLst>
              <a:ext uri="{FF2B5EF4-FFF2-40B4-BE49-F238E27FC236}">
                <a16:creationId xmlns:a16="http://schemas.microsoft.com/office/drawing/2014/main" id="{599AAB0D-1267-41B5-BC85-949842E5310C}"/>
              </a:ext>
            </a:extLst>
          </p:cNvPr>
          <p:cNvSpPr/>
          <p:nvPr/>
        </p:nvSpPr>
        <p:spPr>
          <a:xfrm>
            <a:off x="225292" y="1587172"/>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13</a:t>
            </a:r>
          </a:p>
        </p:txBody>
      </p:sp>
      <p:sp>
        <p:nvSpPr>
          <p:cNvPr id="51" name="Oval 50">
            <a:extLst>
              <a:ext uri="{FF2B5EF4-FFF2-40B4-BE49-F238E27FC236}">
                <a16:creationId xmlns:a16="http://schemas.microsoft.com/office/drawing/2014/main" id="{DF8025E2-B7F5-4FA3-B26A-E0420AE6945B}"/>
              </a:ext>
            </a:extLst>
          </p:cNvPr>
          <p:cNvSpPr/>
          <p:nvPr/>
        </p:nvSpPr>
        <p:spPr>
          <a:xfrm>
            <a:off x="225292" y="1960807"/>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14</a:t>
            </a:r>
          </a:p>
        </p:txBody>
      </p:sp>
      <p:sp>
        <p:nvSpPr>
          <p:cNvPr id="64" name="Oval 63">
            <a:extLst>
              <a:ext uri="{FF2B5EF4-FFF2-40B4-BE49-F238E27FC236}">
                <a16:creationId xmlns:a16="http://schemas.microsoft.com/office/drawing/2014/main" id="{4A20BB49-0237-4C86-85AD-B4A0DA32F416}"/>
              </a:ext>
            </a:extLst>
          </p:cNvPr>
          <p:cNvSpPr/>
          <p:nvPr/>
        </p:nvSpPr>
        <p:spPr>
          <a:xfrm>
            <a:off x="225292" y="2282723"/>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15</a:t>
            </a:r>
          </a:p>
        </p:txBody>
      </p:sp>
      <p:sp>
        <p:nvSpPr>
          <p:cNvPr id="65" name="Oval 64">
            <a:extLst>
              <a:ext uri="{FF2B5EF4-FFF2-40B4-BE49-F238E27FC236}">
                <a16:creationId xmlns:a16="http://schemas.microsoft.com/office/drawing/2014/main" id="{673BE796-023F-4C1A-8B25-A5743ED18CAA}"/>
              </a:ext>
            </a:extLst>
          </p:cNvPr>
          <p:cNvSpPr/>
          <p:nvPr/>
        </p:nvSpPr>
        <p:spPr>
          <a:xfrm>
            <a:off x="225292" y="2626694"/>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16</a:t>
            </a:r>
          </a:p>
        </p:txBody>
      </p:sp>
      <p:sp>
        <p:nvSpPr>
          <p:cNvPr id="66" name="Oval 65">
            <a:extLst>
              <a:ext uri="{FF2B5EF4-FFF2-40B4-BE49-F238E27FC236}">
                <a16:creationId xmlns:a16="http://schemas.microsoft.com/office/drawing/2014/main" id="{56D565DA-C1B5-47CA-B27E-35E512CF9843}"/>
              </a:ext>
            </a:extLst>
          </p:cNvPr>
          <p:cNvSpPr/>
          <p:nvPr/>
        </p:nvSpPr>
        <p:spPr>
          <a:xfrm>
            <a:off x="225292" y="2968197"/>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17</a:t>
            </a:r>
          </a:p>
        </p:txBody>
      </p:sp>
      <p:sp>
        <p:nvSpPr>
          <p:cNvPr id="67" name="Oval 66">
            <a:extLst>
              <a:ext uri="{FF2B5EF4-FFF2-40B4-BE49-F238E27FC236}">
                <a16:creationId xmlns:a16="http://schemas.microsoft.com/office/drawing/2014/main" id="{82191EE4-2286-4DCF-BC16-4727DA6B19EA}"/>
              </a:ext>
            </a:extLst>
          </p:cNvPr>
          <p:cNvSpPr/>
          <p:nvPr/>
        </p:nvSpPr>
        <p:spPr>
          <a:xfrm>
            <a:off x="225292" y="3409300"/>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18</a:t>
            </a:r>
          </a:p>
        </p:txBody>
      </p:sp>
      <p:sp>
        <p:nvSpPr>
          <p:cNvPr id="91" name="Oval 90">
            <a:extLst>
              <a:ext uri="{FF2B5EF4-FFF2-40B4-BE49-F238E27FC236}">
                <a16:creationId xmlns:a16="http://schemas.microsoft.com/office/drawing/2014/main" id="{8663CBCE-0BF4-40F5-9A23-419EDCDFF543}"/>
              </a:ext>
            </a:extLst>
          </p:cNvPr>
          <p:cNvSpPr/>
          <p:nvPr/>
        </p:nvSpPr>
        <p:spPr>
          <a:xfrm>
            <a:off x="225292" y="1198455"/>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12</a:t>
            </a:r>
          </a:p>
        </p:txBody>
      </p:sp>
      <p:sp>
        <p:nvSpPr>
          <p:cNvPr id="93" name="Rectangle 92">
            <a:extLst>
              <a:ext uri="{FF2B5EF4-FFF2-40B4-BE49-F238E27FC236}">
                <a16:creationId xmlns:a16="http://schemas.microsoft.com/office/drawing/2014/main" id="{7DB8BF8A-1D04-4C6E-BE56-06F41F2749FD}"/>
              </a:ext>
            </a:extLst>
          </p:cNvPr>
          <p:cNvSpPr/>
          <p:nvPr/>
        </p:nvSpPr>
        <p:spPr>
          <a:xfrm>
            <a:off x="10115548" y="4431870"/>
            <a:ext cx="1865072" cy="333322"/>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PARTIAL</a:t>
            </a:r>
          </a:p>
        </p:txBody>
      </p:sp>
      <p:sp>
        <p:nvSpPr>
          <p:cNvPr id="94" name="Isosceles Triangle 93">
            <a:extLst>
              <a:ext uri="{FF2B5EF4-FFF2-40B4-BE49-F238E27FC236}">
                <a16:creationId xmlns:a16="http://schemas.microsoft.com/office/drawing/2014/main" id="{51FBD514-19E8-4E2E-A803-FC257B84008C}"/>
              </a:ext>
            </a:extLst>
          </p:cNvPr>
          <p:cNvSpPr/>
          <p:nvPr/>
        </p:nvSpPr>
        <p:spPr>
          <a:xfrm rot="5400000">
            <a:off x="7183277" y="3325842"/>
            <a:ext cx="5068459" cy="288243"/>
          </a:xfrm>
          <a:prstGeom prst="triangle">
            <a:avLst>
              <a:gd name="adj" fmla="val 47999"/>
            </a:avLst>
          </a:prstGeom>
          <a:solidFill>
            <a:srgbClr val="002664"/>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GB" sz="1100">
              <a:latin typeface="Calibri" panose="020F0502020204030204" pitchFamily="34" charset="0"/>
              <a:ea typeface="Calibri" panose="020F0502020204030204" pitchFamily="34" charset="0"/>
              <a:cs typeface="Calibri" panose="020F0502020204030204" pitchFamily="34" charset="0"/>
            </a:endParaRPr>
          </a:p>
        </p:txBody>
      </p:sp>
      <p:sp>
        <p:nvSpPr>
          <p:cNvPr id="63" name="TextBox 62">
            <a:extLst>
              <a:ext uri="{FF2B5EF4-FFF2-40B4-BE49-F238E27FC236}">
                <a16:creationId xmlns:a16="http://schemas.microsoft.com/office/drawing/2014/main" id="{00C612DE-A933-43FA-B465-46B40A9DAAEA}"/>
              </a:ext>
            </a:extLst>
          </p:cNvPr>
          <p:cNvSpPr txBox="1"/>
          <p:nvPr/>
        </p:nvSpPr>
        <p:spPr>
          <a:xfrm>
            <a:off x="10026711" y="159905"/>
            <a:ext cx="627008" cy="246221"/>
          </a:xfrm>
          <a:prstGeom prst="rect">
            <a:avLst/>
          </a:prstGeom>
          <a:noFill/>
        </p:spPr>
        <p:txBody>
          <a:bodyPr wrap="square" rtlCol="0">
            <a:spAutoFit/>
          </a:bodyPr>
          <a:lstStyle/>
          <a:p>
            <a:r>
              <a:rPr lang="en-US" sz="1000" b="1">
                <a:solidFill>
                  <a:schemeClr val="tx1"/>
                </a:solidFill>
                <a:latin typeface="Calibri" panose="020F0502020204030204" pitchFamily="34" charset="0"/>
                <a:ea typeface="Calibri" panose="020F0502020204030204" pitchFamily="34" charset="0"/>
                <a:cs typeface="Calibri" panose="020F0502020204030204" pitchFamily="34" charset="0"/>
              </a:rPr>
              <a:t>Legend</a:t>
            </a:r>
            <a:endParaRPr lang="it-IT" sz="1000" b="1"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69" name="Picture 68">
            <a:extLst>
              <a:ext uri="{FF2B5EF4-FFF2-40B4-BE49-F238E27FC236}">
                <a16:creationId xmlns:a16="http://schemas.microsoft.com/office/drawing/2014/main" id="{F408D9D8-8C93-459C-A5A4-BFDBC3B1EB80}"/>
              </a:ext>
            </a:extLst>
          </p:cNvPr>
          <p:cNvPicPr/>
          <p:nvPr/>
        </p:nvPicPr>
        <p:blipFill>
          <a:blip r:embed="rId2"/>
          <a:stretch>
            <a:fillRect/>
          </a:stretch>
        </p:blipFill>
        <p:spPr>
          <a:xfrm>
            <a:off x="10690155" y="221562"/>
            <a:ext cx="336717" cy="148024"/>
          </a:xfrm>
          <a:prstGeom prst="rect">
            <a:avLst/>
          </a:prstGeom>
        </p:spPr>
      </p:pic>
      <p:sp>
        <p:nvSpPr>
          <p:cNvPr id="80" name="Rectangle 79">
            <a:extLst>
              <a:ext uri="{FF2B5EF4-FFF2-40B4-BE49-F238E27FC236}">
                <a16:creationId xmlns:a16="http://schemas.microsoft.com/office/drawing/2014/main" id="{1F8A9769-1F34-4DB5-BCF7-700C57B13D1E}"/>
              </a:ext>
            </a:extLst>
          </p:cNvPr>
          <p:cNvSpPr/>
          <p:nvPr/>
        </p:nvSpPr>
        <p:spPr>
          <a:xfrm>
            <a:off x="10617282" y="159130"/>
            <a:ext cx="1337715" cy="226458"/>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latin typeface="Calibri" panose="020F0502020204030204" pitchFamily="34" charset="0"/>
                <a:cs typeface="Calibri" panose="020F0502020204030204" pitchFamily="34" charset="0"/>
              </a:rPr>
              <a:t>          RTs in the GOR </a:t>
            </a:r>
          </a:p>
        </p:txBody>
      </p:sp>
      <p:pic>
        <p:nvPicPr>
          <p:cNvPr id="90" name="Picture 89">
            <a:extLst>
              <a:ext uri="{FF2B5EF4-FFF2-40B4-BE49-F238E27FC236}">
                <a16:creationId xmlns:a16="http://schemas.microsoft.com/office/drawing/2014/main" id="{5E9BB0B2-D1B5-4FF0-9BE7-F23EA2DECA85}"/>
              </a:ext>
            </a:extLst>
          </p:cNvPr>
          <p:cNvPicPr/>
          <p:nvPr/>
        </p:nvPicPr>
        <p:blipFill>
          <a:blip r:embed="rId2"/>
          <a:stretch>
            <a:fillRect/>
          </a:stretch>
        </p:blipFill>
        <p:spPr>
          <a:xfrm>
            <a:off x="4319623" y="1188090"/>
            <a:ext cx="336717" cy="148024"/>
          </a:xfrm>
          <a:prstGeom prst="rect">
            <a:avLst/>
          </a:prstGeom>
        </p:spPr>
      </p:pic>
      <p:pic>
        <p:nvPicPr>
          <p:cNvPr id="95" name="Picture 94">
            <a:extLst>
              <a:ext uri="{FF2B5EF4-FFF2-40B4-BE49-F238E27FC236}">
                <a16:creationId xmlns:a16="http://schemas.microsoft.com/office/drawing/2014/main" id="{491E7319-B54B-40FB-B3E6-70B00C6D71A9}"/>
              </a:ext>
            </a:extLst>
          </p:cNvPr>
          <p:cNvPicPr/>
          <p:nvPr/>
        </p:nvPicPr>
        <p:blipFill>
          <a:blip r:embed="rId2"/>
          <a:stretch>
            <a:fillRect/>
          </a:stretch>
        </p:blipFill>
        <p:spPr>
          <a:xfrm>
            <a:off x="4312607" y="1571491"/>
            <a:ext cx="336717" cy="148024"/>
          </a:xfrm>
          <a:prstGeom prst="rect">
            <a:avLst/>
          </a:prstGeom>
        </p:spPr>
      </p:pic>
      <p:pic>
        <p:nvPicPr>
          <p:cNvPr id="96" name="Picture 95">
            <a:extLst>
              <a:ext uri="{FF2B5EF4-FFF2-40B4-BE49-F238E27FC236}">
                <a16:creationId xmlns:a16="http://schemas.microsoft.com/office/drawing/2014/main" id="{96D8117B-937F-461F-8F64-92CA310AFAF2}"/>
              </a:ext>
            </a:extLst>
          </p:cNvPr>
          <p:cNvPicPr/>
          <p:nvPr/>
        </p:nvPicPr>
        <p:blipFill>
          <a:blip r:embed="rId2"/>
          <a:stretch>
            <a:fillRect/>
          </a:stretch>
        </p:blipFill>
        <p:spPr>
          <a:xfrm>
            <a:off x="4329721" y="1890432"/>
            <a:ext cx="336717" cy="148024"/>
          </a:xfrm>
          <a:prstGeom prst="rect">
            <a:avLst/>
          </a:prstGeom>
        </p:spPr>
      </p:pic>
      <p:pic>
        <p:nvPicPr>
          <p:cNvPr id="97" name="Picture 96">
            <a:extLst>
              <a:ext uri="{FF2B5EF4-FFF2-40B4-BE49-F238E27FC236}">
                <a16:creationId xmlns:a16="http://schemas.microsoft.com/office/drawing/2014/main" id="{3BD43495-9CDE-4699-AD47-D5BB6AABF2BB}"/>
              </a:ext>
            </a:extLst>
          </p:cNvPr>
          <p:cNvPicPr/>
          <p:nvPr/>
        </p:nvPicPr>
        <p:blipFill>
          <a:blip r:embed="rId2"/>
          <a:stretch>
            <a:fillRect/>
          </a:stretch>
        </p:blipFill>
        <p:spPr>
          <a:xfrm>
            <a:off x="4289384" y="4620729"/>
            <a:ext cx="336717" cy="148024"/>
          </a:xfrm>
          <a:prstGeom prst="rect">
            <a:avLst/>
          </a:prstGeom>
        </p:spPr>
      </p:pic>
      <p:sp>
        <p:nvSpPr>
          <p:cNvPr id="5" name="Oval 4">
            <a:extLst>
              <a:ext uri="{FF2B5EF4-FFF2-40B4-BE49-F238E27FC236}">
                <a16:creationId xmlns:a16="http://schemas.microsoft.com/office/drawing/2014/main" id="{425FE9B7-4BFC-AC8E-5A61-CAAF01654F8D}"/>
              </a:ext>
            </a:extLst>
          </p:cNvPr>
          <p:cNvSpPr/>
          <p:nvPr/>
        </p:nvSpPr>
        <p:spPr>
          <a:xfrm>
            <a:off x="225292" y="3941929"/>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19</a:t>
            </a:r>
          </a:p>
        </p:txBody>
      </p:sp>
      <p:sp>
        <p:nvSpPr>
          <p:cNvPr id="4" name="Rectangle 3">
            <a:extLst>
              <a:ext uri="{FF2B5EF4-FFF2-40B4-BE49-F238E27FC236}">
                <a16:creationId xmlns:a16="http://schemas.microsoft.com/office/drawing/2014/main" id="{FC750A80-A184-01F0-D263-F8C84122762B}"/>
              </a:ext>
            </a:extLst>
          </p:cNvPr>
          <p:cNvSpPr/>
          <p:nvPr/>
        </p:nvSpPr>
        <p:spPr>
          <a:xfrm>
            <a:off x="6677449" y="4428801"/>
            <a:ext cx="1457514" cy="383855"/>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5.8: Anticipatory Profile - Expected Activity</a:t>
            </a:r>
          </a:p>
        </p:txBody>
      </p:sp>
      <p:sp>
        <p:nvSpPr>
          <p:cNvPr id="6" name="Rectangle 5">
            <a:extLst>
              <a:ext uri="{FF2B5EF4-FFF2-40B4-BE49-F238E27FC236}">
                <a16:creationId xmlns:a16="http://schemas.microsoft.com/office/drawing/2014/main" id="{170E9DE9-5CE9-07F7-73AD-C63698047922}"/>
              </a:ext>
            </a:extLst>
          </p:cNvPr>
          <p:cNvSpPr/>
          <p:nvPr/>
        </p:nvSpPr>
        <p:spPr>
          <a:xfrm>
            <a:off x="10115544" y="3960606"/>
            <a:ext cx="1833260" cy="381539"/>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PARTIAL</a:t>
            </a:r>
          </a:p>
        </p:txBody>
      </p:sp>
      <p:sp>
        <p:nvSpPr>
          <p:cNvPr id="9" name="Rectangle 8">
            <a:extLst>
              <a:ext uri="{FF2B5EF4-FFF2-40B4-BE49-F238E27FC236}">
                <a16:creationId xmlns:a16="http://schemas.microsoft.com/office/drawing/2014/main" id="{32D6DDFE-2AC0-B7A9-50BC-8440B5B73721}"/>
              </a:ext>
            </a:extLst>
          </p:cNvPr>
          <p:cNvSpPr/>
          <p:nvPr/>
        </p:nvSpPr>
        <p:spPr>
          <a:xfrm>
            <a:off x="7370653" y="2886991"/>
            <a:ext cx="2155820" cy="383856"/>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6.6 Large Reportable Transactions</a:t>
            </a:r>
          </a:p>
        </p:txBody>
      </p:sp>
      <p:sp>
        <p:nvSpPr>
          <p:cNvPr id="11" name="Rectangle 10">
            <a:extLst>
              <a:ext uri="{FF2B5EF4-FFF2-40B4-BE49-F238E27FC236}">
                <a16:creationId xmlns:a16="http://schemas.microsoft.com/office/drawing/2014/main" id="{2A5D6505-B1AF-C02F-E27B-7AD375F2ACC7}"/>
              </a:ext>
            </a:extLst>
          </p:cNvPr>
          <p:cNvSpPr/>
          <p:nvPr/>
        </p:nvSpPr>
        <p:spPr>
          <a:xfrm>
            <a:off x="8224624" y="4428801"/>
            <a:ext cx="1310560" cy="383856"/>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6.6 Large Reportable Transactions</a:t>
            </a:r>
          </a:p>
        </p:txBody>
      </p:sp>
      <p:sp>
        <p:nvSpPr>
          <p:cNvPr id="12" name="Rectangle 11">
            <a:extLst>
              <a:ext uri="{FF2B5EF4-FFF2-40B4-BE49-F238E27FC236}">
                <a16:creationId xmlns:a16="http://schemas.microsoft.com/office/drawing/2014/main" id="{18FE14C2-8C12-A0CE-C05A-8C957D00C0B1}"/>
              </a:ext>
            </a:extLst>
          </p:cNvPr>
          <p:cNvSpPr/>
          <p:nvPr/>
        </p:nvSpPr>
        <p:spPr>
          <a:xfrm>
            <a:off x="10115544" y="2894808"/>
            <a:ext cx="1843864" cy="372467"/>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5" name="Rectangle 14">
            <a:extLst>
              <a:ext uri="{FF2B5EF4-FFF2-40B4-BE49-F238E27FC236}">
                <a16:creationId xmlns:a16="http://schemas.microsoft.com/office/drawing/2014/main" id="{4839CA2C-17E2-6C1D-D2D7-51B924AE7652}"/>
              </a:ext>
            </a:extLst>
          </p:cNvPr>
          <p:cNvSpPr/>
          <p:nvPr/>
        </p:nvSpPr>
        <p:spPr>
          <a:xfrm>
            <a:off x="423423" y="5795357"/>
            <a:ext cx="4261103" cy="22106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26. Unusual activity involving gambling transactions</a:t>
            </a:r>
          </a:p>
        </p:txBody>
      </p:sp>
      <p:sp>
        <p:nvSpPr>
          <p:cNvPr id="16" name="Rectangle 15">
            <a:extLst>
              <a:ext uri="{FF2B5EF4-FFF2-40B4-BE49-F238E27FC236}">
                <a16:creationId xmlns:a16="http://schemas.microsoft.com/office/drawing/2014/main" id="{643D894E-5637-032E-BEF3-4A82FEAF6547}"/>
              </a:ext>
            </a:extLst>
          </p:cNvPr>
          <p:cNvSpPr/>
          <p:nvPr/>
        </p:nvSpPr>
        <p:spPr>
          <a:xfrm>
            <a:off x="415902" y="5370049"/>
            <a:ext cx="4261103" cy="339288"/>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25. Unusual activity in Virtual assets</a:t>
            </a:r>
          </a:p>
        </p:txBody>
      </p:sp>
      <p:sp>
        <p:nvSpPr>
          <p:cNvPr id="17" name="Rectangle 16">
            <a:extLst>
              <a:ext uri="{FF2B5EF4-FFF2-40B4-BE49-F238E27FC236}">
                <a16:creationId xmlns:a16="http://schemas.microsoft.com/office/drawing/2014/main" id="{7E4E568E-5215-484B-A0FC-6B6460E6C10D}"/>
              </a:ext>
            </a:extLst>
          </p:cNvPr>
          <p:cNvSpPr/>
          <p:nvPr/>
        </p:nvSpPr>
        <p:spPr>
          <a:xfrm>
            <a:off x="425583" y="3364679"/>
            <a:ext cx="4261104" cy="521057"/>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21.Credit Cards/Debit Cards/Prepaid Cards - Cash withdrawal performed in country of conflict or increased terrorist activity </a:t>
            </a:r>
            <a:r>
              <a:rPr lang="en-US" sz="1000" i="1" u="sng">
                <a:solidFill>
                  <a:schemeClr val="tx2"/>
                </a:solidFill>
                <a:latin typeface="Calibri" panose="020F0502020204030204" pitchFamily="34" charset="0"/>
                <a:ea typeface="Calibri" panose="020F0502020204030204" pitchFamily="34" charset="0"/>
                <a:cs typeface="Calibri" panose="020F0502020204030204" pitchFamily="34" charset="0"/>
              </a:rPr>
              <a:t>(Applicable only for Debit and Credit Cards)</a:t>
            </a:r>
          </a:p>
        </p:txBody>
      </p:sp>
      <p:sp>
        <p:nvSpPr>
          <p:cNvPr id="20" name="Oval 19">
            <a:extLst>
              <a:ext uri="{FF2B5EF4-FFF2-40B4-BE49-F238E27FC236}">
                <a16:creationId xmlns:a16="http://schemas.microsoft.com/office/drawing/2014/main" id="{71BD0ADE-600A-6B06-35F7-7032EAFF8498}"/>
              </a:ext>
            </a:extLst>
          </p:cNvPr>
          <p:cNvSpPr/>
          <p:nvPr/>
        </p:nvSpPr>
        <p:spPr>
          <a:xfrm>
            <a:off x="225292" y="4461871"/>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20</a:t>
            </a:r>
          </a:p>
        </p:txBody>
      </p:sp>
      <p:sp>
        <p:nvSpPr>
          <p:cNvPr id="21" name="Oval 20">
            <a:extLst>
              <a:ext uri="{FF2B5EF4-FFF2-40B4-BE49-F238E27FC236}">
                <a16:creationId xmlns:a16="http://schemas.microsoft.com/office/drawing/2014/main" id="{9796CF47-5415-D71B-7086-0FBCD5CB9CFB}"/>
              </a:ext>
            </a:extLst>
          </p:cNvPr>
          <p:cNvSpPr/>
          <p:nvPr/>
        </p:nvSpPr>
        <p:spPr>
          <a:xfrm>
            <a:off x="225292" y="5438419"/>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22</a:t>
            </a:r>
          </a:p>
        </p:txBody>
      </p:sp>
      <p:sp>
        <p:nvSpPr>
          <p:cNvPr id="24" name="Oval 23">
            <a:extLst>
              <a:ext uri="{FF2B5EF4-FFF2-40B4-BE49-F238E27FC236}">
                <a16:creationId xmlns:a16="http://schemas.microsoft.com/office/drawing/2014/main" id="{53121E93-7BD7-39C9-D47D-2B26215A3E72}"/>
              </a:ext>
            </a:extLst>
          </p:cNvPr>
          <p:cNvSpPr/>
          <p:nvPr/>
        </p:nvSpPr>
        <p:spPr>
          <a:xfrm>
            <a:off x="225292" y="4988269"/>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21</a:t>
            </a:r>
          </a:p>
        </p:txBody>
      </p:sp>
      <p:sp>
        <p:nvSpPr>
          <p:cNvPr id="26" name="Rectangle 25">
            <a:extLst>
              <a:ext uri="{FF2B5EF4-FFF2-40B4-BE49-F238E27FC236}">
                <a16:creationId xmlns:a16="http://schemas.microsoft.com/office/drawing/2014/main" id="{07D53643-6E2F-14C4-F430-90EBB0CD94C0}"/>
              </a:ext>
            </a:extLst>
          </p:cNvPr>
          <p:cNvSpPr/>
          <p:nvPr/>
        </p:nvSpPr>
        <p:spPr>
          <a:xfrm>
            <a:off x="10125050" y="5376016"/>
            <a:ext cx="1865071" cy="333321"/>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NULL </a:t>
            </a:r>
          </a:p>
        </p:txBody>
      </p:sp>
      <p:sp>
        <p:nvSpPr>
          <p:cNvPr id="28" name="Rectangle 27">
            <a:extLst>
              <a:ext uri="{FF2B5EF4-FFF2-40B4-BE49-F238E27FC236}">
                <a16:creationId xmlns:a16="http://schemas.microsoft.com/office/drawing/2014/main" id="{F7113ABE-5A50-5FBE-1779-4D09652FCD66}"/>
              </a:ext>
            </a:extLst>
          </p:cNvPr>
          <p:cNvSpPr/>
          <p:nvPr/>
        </p:nvSpPr>
        <p:spPr>
          <a:xfrm>
            <a:off x="10125051" y="5799061"/>
            <a:ext cx="1851678" cy="232301"/>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NULL </a:t>
            </a:r>
          </a:p>
        </p:txBody>
      </p:sp>
      <p:sp>
        <p:nvSpPr>
          <p:cNvPr id="3" name="Rectangle 2">
            <a:extLst>
              <a:ext uri="{FF2B5EF4-FFF2-40B4-BE49-F238E27FC236}">
                <a16:creationId xmlns:a16="http://schemas.microsoft.com/office/drawing/2014/main" id="{581C435B-6F05-9B6E-2BEA-E9A44AF4B726}"/>
              </a:ext>
            </a:extLst>
          </p:cNvPr>
          <p:cNvSpPr/>
          <p:nvPr/>
        </p:nvSpPr>
        <p:spPr>
          <a:xfrm>
            <a:off x="4729354" y="5370049"/>
            <a:ext cx="3325432" cy="661313"/>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800" b="1">
                <a:solidFill>
                  <a:srgbClr val="002663"/>
                </a:solidFill>
                <a:latin typeface="Calibri" panose="020F0502020204030204" pitchFamily="34" charset="0"/>
                <a:cs typeface="Calibri" panose="020F0502020204030204" pitchFamily="34" charset="0"/>
              </a:rPr>
              <a:t>Not covered in Mantas out of the box. Need for a dedicated scenario to be developed by Oracle to screen against a watchlist of counterparty on a client level and potentially also screen the OBI fields for some key words </a:t>
            </a:r>
          </a:p>
        </p:txBody>
      </p:sp>
      <p:sp>
        <p:nvSpPr>
          <p:cNvPr id="7" name="Rectangle 6">
            <a:extLst>
              <a:ext uri="{FF2B5EF4-FFF2-40B4-BE49-F238E27FC236}">
                <a16:creationId xmlns:a16="http://schemas.microsoft.com/office/drawing/2014/main" id="{C660CD13-3310-A659-CD92-B20BA1838455}"/>
              </a:ext>
            </a:extLst>
          </p:cNvPr>
          <p:cNvSpPr/>
          <p:nvPr/>
        </p:nvSpPr>
        <p:spPr>
          <a:xfrm>
            <a:off x="8126398" y="5375865"/>
            <a:ext cx="1366754" cy="340168"/>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5.7 “Rapid Movement of Funds – All activity”. </a:t>
            </a:r>
          </a:p>
        </p:txBody>
      </p:sp>
      <p:sp>
        <p:nvSpPr>
          <p:cNvPr id="8" name="Rectangle 7">
            <a:extLst>
              <a:ext uri="{FF2B5EF4-FFF2-40B4-BE49-F238E27FC236}">
                <a16:creationId xmlns:a16="http://schemas.microsoft.com/office/drawing/2014/main" id="{EE6867CE-4BE2-CDBB-C91F-5F52B97ACAD6}"/>
              </a:ext>
            </a:extLst>
          </p:cNvPr>
          <p:cNvSpPr/>
          <p:nvPr/>
        </p:nvSpPr>
        <p:spPr>
          <a:xfrm>
            <a:off x="4747273" y="3384975"/>
            <a:ext cx="2510777" cy="52635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3.1 HR Geography</a:t>
            </a:r>
          </a:p>
        </p:txBody>
      </p:sp>
      <p:sp>
        <p:nvSpPr>
          <p:cNvPr id="10" name="Rectangle 9">
            <a:extLst>
              <a:ext uri="{FF2B5EF4-FFF2-40B4-BE49-F238E27FC236}">
                <a16:creationId xmlns:a16="http://schemas.microsoft.com/office/drawing/2014/main" id="{AEA351BA-FE1F-82BC-26F6-FA636C66E8EA}"/>
              </a:ext>
            </a:extLst>
          </p:cNvPr>
          <p:cNvSpPr/>
          <p:nvPr/>
        </p:nvSpPr>
        <p:spPr>
          <a:xfrm>
            <a:off x="10104940" y="3328552"/>
            <a:ext cx="1843864" cy="55718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3" name="Rectangle 12">
            <a:extLst>
              <a:ext uri="{FF2B5EF4-FFF2-40B4-BE49-F238E27FC236}">
                <a16:creationId xmlns:a16="http://schemas.microsoft.com/office/drawing/2014/main" id="{CF643AD0-CCD9-381D-C299-44C7CA4FB298}"/>
              </a:ext>
            </a:extLst>
          </p:cNvPr>
          <p:cNvSpPr/>
          <p:nvPr/>
        </p:nvSpPr>
        <p:spPr>
          <a:xfrm>
            <a:off x="424524" y="4895182"/>
            <a:ext cx="4261103" cy="412799"/>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36. Unusual activity in securities - Frequent transfer in and out of securities between a customer and unrelated party to hide source of funds (layering)</a:t>
            </a:r>
          </a:p>
        </p:txBody>
      </p:sp>
      <p:sp>
        <p:nvSpPr>
          <p:cNvPr id="22" name="Rectangle 21">
            <a:extLst>
              <a:ext uri="{FF2B5EF4-FFF2-40B4-BE49-F238E27FC236}">
                <a16:creationId xmlns:a16="http://schemas.microsoft.com/office/drawing/2014/main" id="{E27DAE94-20C9-CC59-971B-86FFC6EE3CC9}"/>
              </a:ext>
            </a:extLst>
          </p:cNvPr>
          <p:cNvSpPr/>
          <p:nvPr/>
        </p:nvSpPr>
        <p:spPr>
          <a:xfrm>
            <a:off x="4757237" y="4894503"/>
            <a:ext cx="2494645" cy="41279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6.6 Large Reportable Transactions</a:t>
            </a:r>
          </a:p>
        </p:txBody>
      </p:sp>
      <p:sp>
        <p:nvSpPr>
          <p:cNvPr id="27" name="Oval 26">
            <a:extLst>
              <a:ext uri="{FF2B5EF4-FFF2-40B4-BE49-F238E27FC236}">
                <a16:creationId xmlns:a16="http://schemas.microsoft.com/office/drawing/2014/main" id="{F9FB1774-8147-19D3-4830-C7D0F52595D7}"/>
              </a:ext>
            </a:extLst>
          </p:cNvPr>
          <p:cNvSpPr/>
          <p:nvPr/>
        </p:nvSpPr>
        <p:spPr>
          <a:xfrm>
            <a:off x="225292" y="5822239"/>
            <a:ext cx="179410"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tx1"/>
                </a:solidFill>
              </a:rPr>
              <a:t>2</a:t>
            </a:r>
            <a:r>
              <a:rPr lang="tr-TR" sz="800" b="1">
                <a:solidFill>
                  <a:schemeClr val="tx1"/>
                </a:solidFill>
              </a:rPr>
              <a:t>3</a:t>
            </a:r>
            <a:endParaRPr lang="en-US" sz="800" b="1">
              <a:solidFill>
                <a:schemeClr val="tx1"/>
              </a:solidFill>
            </a:endParaRPr>
          </a:p>
        </p:txBody>
      </p:sp>
      <p:sp>
        <p:nvSpPr>
          <p:cNvPr id="32" name="Rectangle 31">
            <a:extLst>
              <a:ext uri="{FF2B5EF4-FFF2-40B4-BE49-F238E27FC236}">
                <a16:creationId xmlns:a16="http://schemas.microsoft.com/office/drawing/2014/main" id="{F315981A-5ABD-8500-FCA4-FD617B429AF6}"/>
              </a:ext>
            </a:extLst>
          </p:cNvPr>
          <p:cNvSpPr/>
          <p:nvPr/>
        </p:nvSpPr>
        <p:spPr>
          <a:xfrm>
            <a:off x="10122844" y="4825266"/>
            <a:ext cx="1843864" cy="461026"/>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Tree>
    <p:extLst>
      <p:ext uri="{BB962C8B-B14F-4D97-AF65-F5344CB8AC3E}">
        <p14:creationId xmlns:p14="http://schemas.microsoft.com/office/powerpoint/2010/main" val="1690531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E1B243F-41F8-B242-8A6F-9437E4EC2AAE}"/>
              </a:ext>
            </a:extLst>
          </p:cNvPr>
          <p:cNvSpPr>
            <a:spLocks noGrp="1"/>
          </p:cNvSpPr>
          <p:nvPr>
            <p:ph type="body" sz="quarter" idx="11"/>
          </p:nvPr>
        </p:nvSpPr>
        <p:spPr>
          <a:xfrm>
            <a:off x="406400" y="-10884"/>
            <a:ext cx="11379200" cy="669235"/>
          </a:xfrm>
        </p:spPr>
        <p:txBody>
          <a:bodyPr/>
          <a:lstStyle/>
          <a:p>
            <a:r>
              <a:rPr lang="en-US">
                <a:latin typeface="Calibri" panose="020F0502020204030204" pitchFamily="34" charset="0"/>
                <a:cs typeface="Calibri" panose="020F0502020204030204" pitchFamily="34" charset="0"/>
              </a:rPr>
              <a:t>Local requests – UC CZ</a:t>
            </a:r>
            <a:endParaRPr lang="en-US" strike="sngStrike">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E6E5A452-64A4-5C46-5F32-76FC3FBE867D}"/>
              </a:ext>
            </a:extLst>
          </p:cNvPr>
          <p:cNvSpPr/>
          <p:nvPr/>
        </p:nvSpPr>
        <p:spPr>
          <a:xfrm>
            <a:off x="370339" y="658352"/>
            <a:ext cx="10108683" cy="6096132"/>
          </a:xfrm>
          <a:prstGeom prst="rect">
            <a:avLst/>
          </a:prstGeom>
          <a:no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lvl="0" indent="-285750" algn="just" fontAlgn="base" hangingPunct="0">
              <a:spcAft>
                <a:spcPts val="600"/>
              </a:spcAft>
              <a:buFont typeface="Wingdings" panose="05000000000000000000" pitchFamily="2" charset="2"/>
              <a:buChar char="§"/>
              <a:tabLst>
                <a:tab pos="457200" algn="l"/>
              </a:tabLst>
            </a:pPr>
            <a:r>
              <a:rPr lang="en-US" sz="1600" dirty="0">
                <a:solidFill>
                  <a:srgbClr val="002664"/>
                </a:solidFill>
                <a:latin typeface="Calibri" panose="020F0502020204030204" pitchFamily="34" charset="0"/>
                <a:ea typeface="Calibri" panose="020F0502020204030204" pitchFamily="34" charset="0"/>
              </a:rPr>
              <a:t>UC CZ provided a list of 51 Local scenarios currently implemented at local level.</a:t>
            </a:r>
          </a:p>
          <a:p>
            <a:pPr marL="285750" lvl="0" indent="-285750" algn="just" fontAlgn="base" hangingPunct="0">
              <a:spcAft>
                <a:spcPts val="600"/>
              </a:spcAft>
              <a:buFont typeface="Wingdings" panose="05000000000000000000" pitchFamily="2" charset="2"/>
              <a:buChar char="§"/>
              <a:tabLst>
                <a:tab pos="457200" algn="l"/>
              </a:tabLst>
            </a:pPr>
            <a:r>
              <a:rPr lang="en-US" sz="1600" dirty="0">
                <a:solidFill>
                  <a:srgbClr val="002664"/>
                </a:solidFill>
                <a:latin typeface="Calibri" panose="020F0502020204030204" pitchFamily="34" charset="0"/>
              </a:rPr>
              <a:t>A mapping has been performed to identify:</a:t>
            </a:r>
          </a:p>
          <a:p>
            <a:pPr marL="742950" lvl="1" indent="-285750" algn="just">
              <a:spcAft>
                <a:spcPts val="600"/>
              </a:spcAft>
              <a:buFont typeface="Wingdings" panose="05000000000000000000" pitchFamily="2" charset="2"/>
              <a:buChar char="§"/>
              <a:tabLst>
                <a:tab pos="457200" algn="l"/>
              </a:tabLst>
            </a:pPr>
            <a:r>
              <a:rPr lang="en-US" sz="1600" dirty="0">
                <a:solidFill>
                  <a:srgbClr val="002664"/>
                </a:solidFill>
                <a:latin typeface="Calibri" panose="020F0502020204030204" pitchFamily="34" charset="0"/>
              </a:rPr>
              <a:t>Local scenarios covering Group risk typologies to be developed </a:t>
            </a:r>
          </a:p>
          <a:p>
            <a:pPr marL="742950" lvl="1" indent="-285750" algn="just">
              <a:spcAft>
                <a:spcPts val="600"/>
              </a:spcAft>
              <a:buFont typeface="Wingdings" panose="05000000000000000000" pitchFamily="2" charset="2"/>
              <a:buChar char="§"/>
              <a:tabLst>
                <a:tab pos="457200" algn="l"/>
              </a:tabLst>
            </a:pPr>
            <a:r>
              <a:rPr lang="en-US" sz="1600" dirty="0">
                <a:solidFill>
                  <a:srgbClr val="002664"/>
                </a:solidFill>
                <a:latin typeface="Calibri" panose="020F0502020204030204" pitchFamily="34" charset="0"/>
              </a:rPr>
              <a:t>Local scenarios not covering Group Risk typologies and for which new Risk Typologies have been identified</a:t>
            </a:r>
          </a:p>
          <a:p>
            <a:pPr marL="285750" indent="-285750" algn="just">
              <a:spcAft>
                <a:spcPts val="600"/>
              </a:spcAft>
              <a:buFont typeface="Wingdings" panose="05000000000000000000" pitchFamily="2" charset="2"/>
              <a:buChar char="§"/>
              <a:tabLst>
                <a:tab pos="457200" algn="l"/>
              </a:tabLst>
            </a:pPr>
            <a:r>
              <a:rPr lang="en-US" sz="1600" dirty="0">
                <a:solidFill>
                  <a:schemeClr val="tx2"/>
                </a:solidFill>
                <a:latin typeface="Calibri" panose="020F0502020204030204" pitchFamily="34" charset="0"/>
              </a:rPr>
              <a:t>In addition, UC CZ was requested to provide any additional risk typologies coming from Regulator / National Risk Assessment. 3 new RTs were provided, of which 1 linked to a Group Risk Typology and 2 marked as “Employee triggered” </a:t>
            </a:r>
          </a:p>
          <a:p>
            <a:pPr marL="285750" indent="-285750" algn="just">
              <a:spcAft>
                <a:spcPts val="600"/>
              </a:spcAft>
              <a:buFont typeface="Wingdings" panose="05000000000000000000" pitchFamily="2" charset="2"/>
              <a:buChar char="§"/>
              <a:tabLst>
                <a:tab pos="457200" algn="l"/>
              </a:tabLst>
            </a:pPr>
            <a:r>
              <a:rPr lang="en-US" sz="1600" dirty="0">
                <a:solidFill>
                  <a:srgbClr val="002664"/>
                </a:solidFill>
                <a:latin typeface="Calibri" panose="020F0502020204030204" pitchFamily="34" charset="0"/>
              </a:rPr>
              <a:t>Here below a summary of the outcomes</a:t>
            </a: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285750" indent="-285750" algn="just">
              <a:spcAft>
                <a:spcPts val="600"/>
              </a:spcAft>
              <a:buFont typeface="Wingdings" panose="05000000000000000000" pitchFamily="2" charset="2"/>
              <a:buChar char="§"/>
              <a:tabLst>
                <a:tab pos="457200" algn="l"/>
              </a:tabLst>
            </a:pPr>
            <a:endParaRPr lang="en-US" sz="1600" dirty="0">
              <a:solidFill>
                <a:srgbClr val="002664"/>
              </a:solidFill>
              <a:latin typeface="Calibri" panose="020F0502020204030204" pitchFamily="34" charset="0"/>
            </a:endParaRPr>
          </a:p>
          <a:p>
            <a:pPr marL="742950" lvl="1" indent="-285750" algn="just">
              <a:spcAft>
                <a:spcPts val="600"/>
              </a:spcAft>
              <a:buFont typeface="Wingdings" panose="05000000000000000000" pitchFamily="2" charset="2"/>
              <a:buChar char="§"/>
              <a:tabLst>
                <a:tab pos="457200" algn="l"/>
              </a:tabLst>
            </a:pPr>
            <a:endParaRPr lang="en-US" sz="1600" dirty="0">
              <a:solidFill>
                <a:srgbClr val="002664"/>
              </a:solidFill>
              <a:effectLst/>
              <a:latin typeface="Calibri" panose="020F0502020204030204" pitchFamily="34" charset="0"/>
              <a:ea typeface="Calibri" panose="020F0502020204030204" pitchFamily="34" charset="0"/>
            </a:endParaRPr>
          </a:p>
        </p:txBody>
      </p:sp>
      <p:sp>
        <p:nvSpPr>
          <p:cNvPr id="9" name="Rectangle 8">
            <a:extLst>
              <a:ext uri="{FF2B5EF4-FFF2-40B4-BE49-F238E27FC236}">
                <a16:creationId xmlns:a16="http://schemas.microsoft.com/office/drawing/2014/main" id="{7877DCC8-24E9-FAFA-1767-FAA7119A9DFD}"/>
              </a:ext>
            </a:extLst>
          </p:cNvPr>
          <p:cNvSpPr/>
          <p:nvPr/>
        </p:nvSpPr>
        <p:spPr>
          <a:xfrm>
            <a:off x="1632856" y="3327545"/>
            <a:ext cx="8416840" cy="1001486"/>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51 Local Scenarios</a:t>
            </a:r>
          </a:p>
        </p:txBody>
      </p:sp>
      <p:sp>
        <p:nvSpPr>
          <p:cNvPr id="10" name="Rectangle 9">
            <a:extLst>
              <a:ext uri="{FF2B5EF4-FFF2-40B4-BE49-F238E27FC236}">
                <a16:creationId xmlns:a16="http://schemas.microsoft.com/office/drawing/2014/main" id="{A9B9AFD6-E810-DEDC-C16A-80B406032C5A}"/>
              </a:ext>
            </a:extLst>
          </p:cNvPr>
          <p:cNvSpPr/>
          <p:nvPr/>
        </p:nvSpPr>
        <p:spPr>
          <a:xfrm>
            <a:off x="1632856" y="4407408"/>
            <a:ext cx="1989910" cy="775063"/>
          </a:xfrm>
          <a:prstGeom prst="rect">
            <a:avLst/>
          </a:prstGeom>
          <a:solidFill>
            <a:srgbClr val="C8CA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rPr>
              <a:t>28 linked to group Risk typologies to be developed</a:t>
            </a:r>
          </a:p>
        </p:txBody>
      </p:sp>
      <p:sp>
        <p:nvSpPr>
          <p:cNvPr id="12" name="Rectangle 11">
            <a:extLst>
              <a:ext uri="{FF2B5EF4-FFF2-40B4-BE49-F238E27FC236}">
                <a16:creationId xmlns:a16="http://schemas.microsoft.com/office/drawing/2014/main" id="{04573828-5641-E4B1-0B71-7864A97E4EF0}"/>
              </a:ext>
            </a:extLst>
          </p:cNvPr>
          <p:cNvSpPr/>
          <p:nvPr/>
        </p:nvSpPr>
        <p:spPr>
          <a:xfrm>
            <a:off x="3775166" y="4407407"/>
            <a:ext cx="1989910" cy="775063"/>
          </a:xfrm>
          <a:prstGeom prst="rect">
            <a:avLst/>
          </a:prstGeom>
          <a:solidFill>
            <a:srgbClr val="C8CA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rPr>
              <a:t>8 linked to 5 New Risk typologies (not related to regulatory requests)</a:t>
            </a:r>
          </a:p>
        </p:txBody>
      </p:sp>
      <p:sp>
        <p:nvSpPr>
          <p:cNvPr id="13" name="Rectangle 12">
            <a:extLst>
              <a:ext uri="{FF2B5EF4-FFF2-40B4-BE49-F238E27FC236}">
                <a16:creationId xmlns:a16="http://schemas.microsoft.com/office/drawing/2014/main" id="{F40E38C1-940D-268C-0CDC-8D33AF786B28}"/>
              </a:ext>
            </a:extLst>
          </p:cNvPr>
          <p:cNvSpPr/>
          <p:nvPr/>
        </p:nvSpPr>
        <p:spPr>
          <a:xfrm>
            <a:off x="5917476" y="4407407"/>
            <a:ext cx="1989910" cy="775063"/>
          </a:xfrm>
          <a:prstGeom prst="rect">
            <a:avLst/>
          </a:prstGeom>
          <a:solidFill>
            <a:srgbClr val="C8CA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rPr>
              <a:t>9 out of scope (frauds and sanctions related)</a:t>
            </a:r>
          </a:p>
        </p:txBody>
      </p:sp>
      <p:sp>
        <p:nvSpPr>
          <p:cNvPr id="14" name="Rectangle 13">
            <a:extLst>
              <a:ext uri="{FF2B5EF4-FFF2-40B4-BE49-F238E27FC236}">
                <a16:creationId xmlns:a16="http://schemas.microsoft.com/office/drawing/2014/main" id="{7BF17702-4E44-2CBF-8FCC-C9F6675EAD20}"/>
              </a:ext>
            </a:extLst>
          </p:cNvPr>
          <p:cNvSpPr/>
          <p:nvPr/>
        </p:nvSpPr>
        <p:spPr>
          <a:xfrm>
            <a:off x="8059786" y="4423141"/>
            <a:ext cx="1989910" cy="759329"/>
          </a:xfrm>
          <a:prstGeom prst="rect">
            <a:avLst/>
          </a:prstGeom>
          <a:solidFill>
            <a:srgbClr val="C8CA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rPr>
              <a:t>6  reports</a:t>
            </a:r>
          </a:p>
        </p:txBody>
      </p:sp>
    </p:spTree>
    <p:extLst>
      <p:ext uri="{BB962C8B-B14F-4D97-AF65-F5344CB8AC3E}">
        <p14:creationId xmlns:p14="http://schemas.microsoft.com/office/powerpoint/2010/main" val="1535463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33FD8C-33B1-EDFC-61D1-222365A95871}"/>
              </a:ext>
            </a:extLst>
          </p:cNvPr>
          <p:cNvSpPr>
            <a:spLocks noGrp="1"/>
          </p:cNvSpPr>
          <p:nvPr>
            <p:ph type="body" sz="quarter" idx="11"/>
          </p:nvPr>
        </p:nvSpPr>
        <p:spPr/>
        <p:txBody>
          <a:bodyPr/>
          <a:lstStyle/>
          <a:p>
            <a:r>
              <a:rPr lang="en-US"/>
              <a:t>AS IS mapping of Group Risk Typologies </a:t>
            </a:r>
          </a:p>
        </p:txBody>
      </p:sp>
      <p:sp>
        <p:nvSpPr>
          <p:cNvPr id="3" name="Text Placeholder 2">
            <a:extLst>
              <a:ext uri="{FF2B5EF4-FFF2-40B4-BE49-F238E27FC236}">
                <a16:creationId xmlns:a16="http://schemas.microsoft.com/office/drawing/2014/main" id="{D3A850C5-C3EF-F527-522E-BD032DC74672}"/>
              </a:ext>
            </a:extLst>
          </p:cNvPr>
          <p:cNvSpPr>
            <a:spLocks noGrp="1"/>
          </p:cNvSpPr>
          <p:nvPr>
            <p:ph type="body" sz="quarter" idx="12"/>
          </p:nvPr>
        </p:nvSpPr>
        <p:spPr>
          <a:xfrm>
            <a:off x="329482" y="545954"/>
            <a:ext cx="9133152" cy="837075"/>
          </a:xfrm>
          <a:solidFill>
            <a:schemeClr val="bg1">
              <a:lumMod val="85000"/>
            </a:schemeClr>
          </a:solidFill>
        </p:spPr>
        <p:txBody>
          <a:bodyPr/>
          <a:lstStyle/>
          <a:p>
            <a:pPr marL="0" indent="0">
              <a:buNone/>
            </a:pPr>
            <a:r>
              <a:rPr lang="en-US" sz="1400">
                <a:solidFill>
                  <a:schemeClr val="tx2"/>
                </a:solidFill>
                <a:latin typeface="Calibri" panose="020F0502020204030204" pitchFamily="34" charset="0"/>
                <a:ea typeface="Calibri" panose="020F0502020204030204" pitchFamily="34" charset="0"/>
                <a:cs typeface="Calibri" panose="020F0502020204030204" pitchFamily="34" charset="0"/>
              </a:rPr>
              <a:t>The below table reports the </a:t>
            </a:r>
            <a:r>
              <a:rPr lang="en-US" sz="1400" b="1">
                <a:solidFill>
                  <a:schemeClr val="tx2"/>
                </a:solidFill>
                <a:latin typeface="Calibri" panose="020F0502020204030204" pitchFamily="34" charset="0"/>
                <a:ea typeface="Calibri" panose="020F0502020204030204" pitchFamily="34" charset="0"/>
                <a:cs typeface="Calibri" panose="020F0502020204030204" pitchFamily="34" charset="0"/>
              </a:rPr>
              <a:t>2</a:t>
            </a:r>
            <a:r>
              <a:rPr lang="tr-TR" sz="1400" b="1">
                <a:solidFill>
                  <a:schemeClr val="tx2"/>
                </a:solidFill>
                <a:latin typeface="Calibri" panose="020F0502020204030204" pitchFamily="34" charset="0"/>
                <a:ea typeface="Calibri" panose="020F0502020204030204" pitchFamily="34" charset="0"/>
                <a:cs typeface="Calibri" panose="020F0502020204030204" pitchFamily="34" charset="0"/>
              </a:rPr>
              <a:t>3</a:t>
            </a:r>
            <a:r>
              <a:rPr lang="en-US" sz="1400" b="1">
                <a:solidFill>
                  <a:schemeClr val="tx2"/>
                </a:solidFill>
                <a:latin typeface="Calibri" panose="020F0502020204030204" pitchFamily="34" charset="0"/>
                <a:ea typeface="Calibri" panose="020F0502020204030204" pitchFamily="34" charset="0"/>
                <a:cs typeface="Calibri" panose="020F0502020204030204" pitchFamily="34" charset="0"/>
              </a:rPr>
              <a:t> Group Risk typologies applicable to UC CZ </a:t>
            </a:r>
            <a:r>
              <a:rPr lang="en-US" sz="1400">
                <a:solidFill>
                  <a:schemeClr val="tx2"/>
                </a:solidFill>
                <a:latin typeface="Calibri" panose="020F0502020204030204" pitchFamily="34" charset="0"/>
                <a:ea typeface="Calibri" panose="020F0502020204030204" pitchFamily="34" charset="0"/>
                <a:cs typeface="Calibri" panose="020F0502020204030204" pitchFamily="34" charset="0"/>
              </a:rPr>
              <a:t>and mapping of scenarios applied at local Level by UC CZ. The mapping has been performed based on the scope of RTs and the focus of Scenarios, not considering the specifics of syntax and not considering local control (if any) used for the sake of the risk coverage</a:t>
            </a:r>
          </a:p>
          <a:p>
            <a:pPr marL="0" indent="0">
              <a:buNone/>
            </a:pPr>
            <a:endParaRPr lang="en-US" sz="14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2CB2E380-F3C4-791E-F57C-346359AD616A}"/>
              </a:ext>
            </a:extLst>
          </p:cNvPr>
          <p:cNvSpPr txBox="1"/>
          <p:nvPr/>
        </p:nvSpPr>
        <p:spPr>
          <a:xfrm>
            <a:off x="10554017" y="263893"/>
            <a:ext cx="627008" cy="246221"/>
          </a:xfrm>
          <a:prstGeom prst="rect">
            <a:avLst/>
          </a:prstGeom>
          <a:noFill/>
        </p:spPr>
        <p:txBody>
          <a:bodyPr wrap="square" rtlCol="0">
            <a:spAutoFit/>
          </a:bodyPr>
          <a:lstStyle/>
          <a:p>
            <a:r>
              <a:rPr lang="en-US" sz="1000" b="1">
                <a:solidFill>
                  <a:schemeClr val="tx1"/>
                </a:solidFill>
                <a:latin typeface="Calibri" panose="020F0502020204030204" pitchFamily="34" charset="0"/>
                <a:ea typeface="Calibri" panose="020F0502020204030204" pitchFamily="34" charset="0"/>
                <a:cs typeface="Calibri" panose="020F0502020204030204" pitchFamily="34" charset="0"/>
              </a:rPr>
              <a:t>Legend</a:t>
            </a:r>
            <a:endParaRPr lang="it-IT" sz="1000" b="1"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843EAEF-9508-C7EC-1DC2-A04F09E085A6}"/>
              </a:ext>
            </a:extLst>
          </p:cNvPr>
          <p:cNvSpPr txBox="1"/>
          <p:nvPr/>
        </p:nvSpPr>
        <p:spPr>
          <a:xfrm>
            <a:off x="9495113" y="605369"/>
            <a:ext cx="1632289" cy="138499"/>
          </a:xfrm>
          <a:prstGeom prst="rect">
            <a:avLst/>
          </a:prstGeom>
          <a:solidFill>
            <a:schemeClr val="bg1"/>
          </a:solidFill>
        </p:spPr>
        <p:txBody>
          <a:bodyPr wrap="square" lIns="0" tIns="0" rIns="0" bIns="0" rtlCol="0">
            <a:spAutoFit/>
          </a:bodyPr>
          <a:lstStyle/>
          <a:p>
            <a:pPr marR="4128" algn="ctr">
              <a:spcBef>
                <a:spcPts val="0"/>
              </a:spcBef>
              <a:spcAft>
                <a:spcPts val="0"/>
              </a:spcAft>
              <a:buClr>
                <a:srgbClr val="309283"/>
              </a:buClr>
            </a:pPr>
            <a:r>
              <a:rPr lang="en-US" sz="900" spc="-4">
                <a:solidFill>
                  <a:srgbClr val="002664"/>
                </a:solidFill>
                <a:latin typeface="Calibri" panose="020F0502020204030204" pitchFamily="34" charset="0"/>
                <a:cs typeface="Calibri" panose="020F0502020204030204" pitchFamily="34" charset="0"/>
              </a:rPr>
              <a:t>RTs  with Scenarios mapped </a:t>
            </a:r>
            <a:endParaRPr lang="en-US" sz="900" spc="-4">
              <a:solidFill>
                <a:srgbClr val="FF0000"/>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0C0E6091-2A40-75FF-8491-A679D460F034}"/>
              </a:ext>
            </a:extLst>
          </p:cNvPr>
          <p:cNvSpPr txBox="1"/>
          <p:nvPr/>
        </p:nvSpPr>
        <p:spPr>
          <a:xfrm>
            <a:off x="9564365" y="970780"/>
            <a:ext cx="1616723" cy="174728"/>
          </a:xfrm>
          <a:prstGeom prst="rect">
            <a:avLst/>
          </a:prstGeom>
          <a:solidFill>
            <a:schemeClr val="bg1"/>
          </a:solidFill>
        </p:spPr>
        <p:txBody>
          <a:bodyPr wrap="square" lIns="0" tIns="0" rIns="0" bIns="0" rtlCol="0">
            <a:spAutoFit/>
          </a:bodyPr>
          <a:lstStyle/>
          <a:p>
            <a:pPr marR="4128" algn="ctr">
              <a:lnSpc>
                <a:spcPts val="1544"/>
              </a:lnSpc>
              <a:spcBef>
                <a:spcPts val="0"/>
              </a:spcBef>
              <a:spcAft>
                <a:spcPts val="0"/>
              </a:spcAft>
              <a:buClr>
                <a:srgbClr val="309283"/>
              </a:buClr>
            </a:pPr>
            <a:r>
              <a:rPr lang="en-US" sz="900" spc="-4">
                <a:solidFill>
                  <a:srgbClr val="002664"/>
                </a:solidFill>
                <a:latin typeface="Calibri" panose="020F0502020204030204" pitchFamily="34" charset="0"/>
                <a:cs typeface="Calibri" panose="020F0502020204030204" pitchFamily="34" charset="0"/>
              </a:rPr>
              <a:t>RTs with no Scenarios mapped</a:t>
            </a:r>
            <a:endParaRPr lang="en-US" sz="900" spc="-4">
              <a:solidFill>
                <a:srgbClr val="FF0000"/>
              </a:solidFill>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55E24440-B6F1-C5F3-CE24-11D093A1D205}"/>
              </a:ext>
            </a:extLst>
          </p:cNvPr>
          <p:cNvSpPr/>
          <p:nvPr/>
        </p:nvSpPr>
        <p:spPr>
          <a:xfrm>
            <a:off x="9596844" y="527014"/>
            <a:ext cx="2218315" cy="837075"/>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54C8AF50-3657-D995-FDEA-0048418C4B57}"/>
              </a:ext>
            </a:extLst>
          </p:cNvPr>
          <p:cNvSpPr txBox="1"/>
          <p:nvPr/>
        </p:nvSpPr>
        <p:spPr>
          <a:xfrm>
            <a:off x="329482" y="6209776"/>
            <a:ext cx="9067800" cy="338554"/>
          </a:xfrm>
          <a:prstGeom prst="rect">
            <a:avLst/>
          </a:prstGeom>
          <a:noFill/>
        </p:spPr>
        <p:txBody>
          <a:bodyPr wrap="square" rtlCol="0">
            <a:spAutoFit/>
          </a:bodyPr>
          <a:lstStyle/>
          <a:p>
            <a:pPr marL="342900" indent="-342900">
              <a:buFont typeface="+mj-lt"/>
              <a:buAutoNum type="arabicPeriod"/>
            </a:pPr>
            <a:r>
              <a:rPr lang="en-GB" sz="800">
                <a:latin typeface="Calibri" panose="020F0502020204030204" pitchFamily="34" charset="0"/>
                <a:ea typeface="Calibri" panose="020F0502020204030204" pitchFamily="34" charset="0"/>
                <a:cs typeface="Calibri" panose="020F0502020204030204" pitchFamily="34" charset="0"/>
              </a:rPr>
              <a:t>Funnelling is monitored in relation to transfer from/to High Risk Countries</a:t>
            </a:r>
          </a:p>
          <a:p>
            <a:pPr marL="342900" indent="-342900">
              <a:buFont typeface="+mj-lt"/>
              <a:buAutoNum type="arabicPeriod"/>
            </a:pPr>
            <a:r>
              <a:rPr lang="en-GB" sz="800">
                <a:latin typeface="Calibri" panose="020F0502020204030204" pitchFamily="34" charset="0"/>
                <a:ea typeface="Calibri" panose="020F0502020204030204" pitchFamily="34" charset="0"/>
                <a:cs typeface="Calibri" panose="020F0502020204030204" pitchFamily="34" charset="0"/>
              </a:rPr>
              <a:t>No prepaid cards</a:t>
            </a:r>
          </a:p>
        </p:txBody>
      </p:sp>
      <p:sp>
        <p:nvSpPr>
          <p:cNvPr id="35" name="TextBox 34">
            <a:extLst>
              <a:ext uri="{FF2B5EF4-FFF2-40B4-BE49-F238E27FC236}">
                <a16:creationId xmlns:a16="http://schemas.microsoft.com/office/drawing/2014/main" id="{E1F71736-B838-C6D6-E7E5-130CF5AE2947}"/>
              </a:ext>
            </a:extLst>
          </p:cNvPr>
          <p:cNvSpPr txBox="1"/>
          <p:nvPr/>
        </p:nvSpPr>
        <p:spPr>
          <a:xfrm>
            <a:off x="11106196" y="501471"/>
            <a:ext cx="387304" cy="369332"/>
          </a:xfrm>
          <a:prstGeom prst="rect">
            <a:avLst/>
          </a:prstGeom>
          <a:noFill/>
        </p:spPr>
        <p:txBody>
          <a:bodyPr wrap="square">
            <a:spAutoFit/>
          </a:bodyPr>
          <a:lstStyle/>
          <a:p>
            <a:r>
              <a:rPr lang="en-GB" sz="1800" b="1" i="0" u="none" strike="noStrike">
                <a:solidFill>
                  <a:srgbClr val="00B050"/>
                </a:solidFill>
                <a:effectLst/>
                <a:latin typeface="Wingdings 2" panose="05020102010507070707" pitchFamily="18" charset="2"/>
              </a:rPr>
              <a:t>P</a:t>
            </a:r>
            <a:r>
              <a:rPr lang="en-GB"/>
              <a:t> </a:t>
            </a:r>
          </a:p>
        </p:txBody>
      </p:sp>
      <p:sp>
        <p:nvSpPr>
          <p:cNvPr id="39" name="TextBox 38">
            <a:extLst>
              <a:ext uri="{FF2B5EF4-FFF2-40B4-BE49-F238E27FC236}">
                <a16:creationId xmlns:a16="http://schemas.microsoft.com/office/drawing/2014/main" id="{14561494-F728-3390-88C7-9C3B41427839}"/>
              </a:ext>
            </a:extLst>
          </p:cNvPr>
          <p:cNvSpPr txBox="1"/>
          <p:nvPr/>
        </p:nvSpPr>
        <p:spPr>
          <a:xfrm>
            <a:off x="11065883" y="885548"/>
            <a:ext cx="502340" cy="369332"/>
          </a:xfrm>
          <a:prstGeom prst="rect">
            <a:avLst/>
          </a:prstGeom>
          <a:noFill/>
        </p:spPr>
        <p:txBody>
          <a:bodyPr wrap="square">
            <a:spAutoFit/>
          </a:bodyPr>
          <a:lstStyle/>
          <a:p>
            <a:r>
              <a:rPr lang="en-GB" sz="1800" b="1" i="0" u="none" strike="noStrike">
                <a:solidFill>
                  <a:srgbClr val="FF0000"/>
                </a:solidFill>
                <a:effectLst/>
                <a:latin typeface="Wingdings 2" panose="05020102010507070707" pitchFamily="18" charset="2"/>
              </a:rPr>
              <a:t>V</a:t>
            </a:r>
            <a:r>
              <a:rPr lang="en-GB"/>
              <a:t> </a:t>
            </a:r>
          </a:p>
        </p:txBody>
      </p:sp>
      <p:graphicFrame>
        <p:nvGraphicFramePr>
          <p:cNvPr id="5" name="Table 4">
            <a:extLst>
              <a:ext uri="{FF2B5EF4-FFF2-40B4-BE49-F238E27FC236}">
                <a16:creationId xmlns:a16="http://schemas.microsoft.com/office/drawing/2014/main" id="{8E2040CF-EFA9-A38F-A5F5-DBBC1F93A077}"/>
              </a:ext>
            </a:extLst>
          </p:cNvPr>
          <p:cNvGraphicFramePr>
            <a:graphicFrameLocks noGrp="1"/>
          </p:cNvGraphicFramePr>
          <p:nvPr>
            <p:extLst>
              <p:ext uri="{D42A27DB-BD31-4B8C-83A1-F6EECF244321}">
                <p14:modId xmlns:p14="http://schemas.microsoft.com/office/powerpoint/2010/main" val="1598872206"/>
              </p:ext>
            </p:extLst>
          </p:nvPr>
        </p:nvGraphicFramePr>
        <p:xfrm>
          <a:off x="329482" y="1428867"/>
          <a:ext cx="11485677" cy="4735071"/>
        </p:xfrm>
        <a:graphic>
          <a:graphicData uri="http://schemas.openxmlformats.org/drawingml/2006/table">
            <a:tbl>
              <a:tblPr/>
              <a:tblGrid>
                <a:gridCol w="497831">
                  <a:extLst>
                    <a:ext uri="{9D8B030D-6E8A-4147-A177-3AD203B41FA5}">
                      <a16:colId xmlns:a16="http://schemas.microsoft.com/office/drawing/2014/main" val="352008314"/>
                    </a:ext>
                  </a:extLst>
                </a:gridCol>
                <a:gridCol w="5044208">
                  <a:extLst>
                    <a:ext uri="{9D8B030D-6E8A-4147-A177-3AD203B41FA5}">
                      <a16:colId xmlns:a16="http://schemas.microsoft.com/office/drawing/2014/main" val="3621457040"/>
                    </a:ext>
                  </a:extLst>
                </a:gridCol>
                <a:gridCol w="783115">
                  <a:extLst>
                    <a:ext uri="{9D8B030D-6E8A-4147-A177-3AD203B41FA5}">
                      <a16:colId xmlns:a16="http://schemas.microsoft.com/office/drawing/2014/main" val="2477449258"/>
                    </a:ext>
                  </a:extLst>
                </a:gridCol>
                <a:gridCol w="5160523">
                  <a:extLst>
                    <a:ext uri="{9D8B030D-6E8A-4147-A177-3AD203B41FA5}">
                      <a16:colId xmlns:a16="http://schemas.microsoft.com/office/drawing/2014/main" val="2650835748"/>
                    </a:ext>
                  </a:extLst>
                </a:gridCol>
              </a:tblGrid>
              <a:tr h="287634">
                <a:tc>
                  <a:txBody>
                    <a:bodyPr/>
                    <a:lstStyle/>
                    <a:p>
                      <a:pPr algn="l" fontAlgn="ctr"/>
                      <a:r>
                        <a:rPr lang="en-US" sz="800" b="1" i="0" u="none" strike="noStrike">
                          <a:solidFill>
                            <a:srgbClr val="FFFFFF"/>
                          </a:solidFill>
                          <a:effectLst/>
                          <a:latin typeface="Calibri" panose="020F0502020204030204" pitchFamily="34" charset="0"/>
                        </a:rPr>
                        <a:t>RT id</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fontAlgn="ctr"/>
                      <a:r>
                        <a:rPr lang="en-US" sz="800" b="1" i="0" u="none" strike="noStrike">
                          <a:solidFill>
                            <a:srgbClr val="FFFFFF"/>
                          </a:solidFill>
                          <a:effectLst/>
                          <a:latin typeface="Calibri" panose="020F0502020204030204" pitchFamily="34" charset="0"/>
                        </a:rPr>
                        <a:t>Group Risk Typology description</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800" b="1" i="0" u="none" strike="noStrike">
                          <a:solidFill>
                            <a:srgbClr val="FFFFFF"/>
                          </a:solidFill>
                          <a:effectLst/>
                          <a:latin typeface="Calibri" panose="020F0502020204030204" pitchFamily="34" charset="0"/>
                        </a:rPr>
                        <a:t>UC CZ</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800" b="1" i="0" u="none" strike="noStrike">
                          <a:solidFill>
                            <a:srgbClr val="FFFFFF"/>
                          </a:solidFill>
                          <a:effectLst/>
                          <a:latin typeface="Calibri" panose="020F0502020204030204" pitchFamily="34" charset="0"/>
                        </a:rPr>
                        <a:t>Comments</a:t>
                      </a:r>
                    </a:p>
                  </a:txBody>
                  <a:tcPr marL="4092" marR="4092" marT="4092"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4098419739"/>
                  </a:ext>
                </a:extLst>
              </a:tr>
              <a:tr h="141567">
                <a:tc>
                  <a:txBody>
                    <a:bodyPr/>
                    <a:lstStyle/>
                    <a:p>
                      <a:pPr algn="ctr" fontAlgn="ctr"/>
                      <a:r>
                        <a:rPr lang="en-US" sz="800" b="1" i="0" u="none" strike="noStrike">
                          <a:solidFill>
                            <a:srgbClr val="FFFFFF"/>
                          </a:solidFill>
                          <a:effectLst/>
                          <a:latin typeface="Calibri" panose="020F0502020204030204" pitchFamily="34" charset="0"/>
                        </a:rPr>
                        <a:t>1</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Transaction from/to high risk countries </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0754412"/>
                  </a:ext>
                </a:extLst>
              </a:tr>
              <a:tr h="184119">
                <a:tc>
                  <a:txBody>
                    <a:bodyPr/>
                    <a:lstStyle/>
                    <a:p>
                      <a:pPr algn="ctr" fontAlgn="ctr"/>
                      <a:r>
                        <a:rPr lang="en-US" sz="800" b="1" i="0" u="none" strike="noStrike">
                          <a:solidFill>
                            <a:srgbClr val="FFFFFF"/>
                          </a:solidFill>
                          <a:effectLst/>
                          <a:latin typeface="Calibri" panose="020F0502020204030204" pitchFamily="34" charset="0"/>
                        </a:rPr>
                        <a:t>2</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Transaction from tax haven, offshore jurisdiction, duty free zones</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7403456"/>
                  </a:ext>
                </a:extLst>
              </a:tr>
              <a:tr h="184119">
                <a:tc>
                  <a:txBody>
                    <a:bodyPr/>
                    <a:lstStyle/>
                    <a:p>
                      <a:pPr algn="ctr" fontAlgn="ctr"/>
                      <a:r>
                        <a:rPr lang="en-US" sz="800" b="1" i="0" u="none" strike="noStrike">
                          <a:solidFill>
                            <a:srgbClr val="FFFFFF"/>
                          </a:solidFill>
                          <a:effectLst/>
                          <a:latin typeface="Calibri" panose="020F0502020204030204" pitchFamily="34" charset="0"/>
                        </a:rPr>
                        <a:t>3</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High risk Customers - Physical and Legal person  </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7806174"/>
                  </a:ext>
                </a:extLst>
              </a:tr>
              <a:tr h="184119">
                <a:tc>
                  <a:txBody>
                    <a:bodyPr/>
                    <a:lstStyle/>
                    <a:p>
                      <a:pPr algn="ctr" fontAlgn="ctr"/>
                      <a:r>
                        <a:rPr lang="en-US" sz="800" b="1" i="0" u="none" strike="noStrike">
                          <a:solidFill>
                            <a:srgbClr val="FFFFFF"/>
                          </a:solidFill>
                          <a:effectLst/>
                          <a:latin typeface="Calibri" panose="020F0502020204030204" pitchFamily="34" charset="0"/>
                        </a:rPr>
                        <a:t>4</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Significant transactions involving cash/cheques</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7577963"/>
                  </a:ext>
                </a:extLst>
              </a:tr>
              <a:tr h="184119">
                <a:tc>
                  <a:txBody>
                    <a:bodyPr/>
                    <a:lstStyle/>
                    <a:p>
                      <a:pPr algn="ctr" fontAlgn="ctr"/>
                      <a:r>
                        <a:rPr lang="en-US" sz="800" b="1" i="0" u="none" strike="noStrike">
                          <a:solidFill>
                            <a:srgbClr val="FFFFFF"/>
                          </a:solidFill>
                          <a:effectLst/>
                          <a:latin typeface="Calibri" panose="020F0502020204030204" pitchFamily="34" charset="0"/>
                        </a:rPr>
                        <a:t>5</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Purchasing or selling high amount of foreign currencies</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4057060"/>
                  </a:ext>
                </a:extLst>
              </a:tr>
              <a:tr h="184119">
                <a:tc>
                  <a:txBody>
                    <a:bodyPr/>
                    <a:lstStyle/>
                    <a:p>
                      <a:pPr algn="ctr" fontAlgn="ctr"/>
                      <a:r>
                        <a:rPr lang="en-US" sz="800" b="1" i="0" u="none" strike="noStrike">
                          <a:solidFill>
                            <a:srgbClr val="FFFFFF"/>
                          </a:solidFill>
                          <a:effectLst/>
                          <a:latin typeface="Calibri" panose="020F0502020204030204" pitchFamily="34" charset="0"/>
                        </a:rPr>
                        <a:t>6</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Significant volume/value of transactions between Originator and Beneficiary</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1980109"/>
                  </a:ext>
                </a:extLst>
              </a:tr>
              <a:tr h="184119">
                <a:tc>
                  <a:txBody>
                    <a:bodyPr/>
                    <a:lstStyle/>
                    <a:p>
                      <a:pPr algn="ctr" fontAlgn="ctr"/>
                      <a:r>
                        <a:rPr lang="en-US" sz="800" b="1" i="0" u="none" strike="noStrike">
                          <a:solidFill>
                            <a:srgbClr val="FFFFFF"/>
                          </a:solidFill>
                          <a:effectLst/>
                          <a:latin typeface="Calibri" panose="020F0502020204030204" pitchFamily="34" charset="0"/>
                        </a:rPr>
                        <a:t>7</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Sudden activity in previously inactive/dormant account </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2278699"/>
                  </a:ext>
                </a:extLst>
              </a:tr>
              <a:tr h="184119">
                <a:tc>
                  <a:txBody>
                    <a:bodyPr/>
                    <a:lstStyle/>
                    <a:p>
                      <a:pPr algn="ctr" fontAlgn="ctr"/>
                      <a:r>
                        <a:rPr lang="en-US" sz="800" b="1" i="0" u="none" strike="noStrike">
                          <a:solidFill>
                            <a:srgbClr val="FFFFFF"/>
                          </a:solidFill>
                          <a:effectLst/>
                          <a:latin typeface="Calibri" panose="020F0502020204030204" pitchFamily="34" charset="0"/>
                        </a:rPr>
                        <a:t>8</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Transactions to countries of conflict or increased terrorist activity</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1186307"/>
                  </a:ext>
                </a:extLst>
              </a:tr>
              <a:tr h="184119">
                <a:tc>
                  <a:txBody>
                    <a:bodyPr/>
                    <a:lstStyle/>
                    <a:p>
                      <a:pPr algn="ctr" fontAlgn="ctr"/>
                      <a:r>
                        <a:rPr lang="en-US" sz="800" b="1" i="0" u="none" strike="noStrike">
                          <a:solidFill>
                            <a:srgbClr val="FFFFFF"/>
                          </a:solidFill>
                          <a:effectLst/>
                          <a:latin typeface="Calibri" panose="020F0502020204030204" pitchFamily="34" charset="0"/>
                        </a:rPr>
                        <a:t>9</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Significant and unexplained increases in cash deposits</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8556330"/>
                  </a:ext>
                </a:extLst>
              </a:tr>
              <a:tr h="184119">
                <a:tc>
                  <a:txBody>
                    <a:bodyPr/>
                    <a:lstStyle/>
                    <a:p>
                      <a:pPr algn="ctr" fontAlgn="ctr"/>
                      <a:r>
                        <a:rPr lang="en-US" sz="800" b="1" i="0" u="none" strike="noStrike">
                          <a:solidFill>
                            <a:srgbClr val="FFFFFF"/>
                          </a:solidFill>
                          <a:effectLst/>
                          <a:latin typeface="Calibri" panose="020F0502020204030204" pitchFamily="34" charset="0"/>
                        </a:rPr>
                        <a:t>10</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Frequent transactions involving cash/cheques</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7831921"/>
                  </a:ext>
                </a:extLst>
              </a:tr>
              <a:tr h="184119">
                <a:tc>
                  <a:txBody>
                    <a:bodyPr/>
                    <a:lstStyle/>
                    <a:p>
                      <a:pPr algn="ctr" fontAlgn="ctr"/>
                      <a:r>
                        <a:rPr lang="en-US" sz="800" b="1" i="0" u="none" strike="noStrike">
                          <a:solidFill>
                            <a:srgbClr val="FFFFFF"/>
                          </a:solidFill>
                          <a:effectLst/>
                          <a:latin typeface="Calibri" panose="020F0502020204030204" pitchFamily="34" charset="0"/>
                        </a:rPr>
                        <a:t>11</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Numerous round amount transactions</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8897164"/>
                  </a:ext>
                </a:extLst>
              </a:tr>
              <a:tr h="184119">
                <a:tc>
                  <a:txBody>
                    <a:bodyPr/>
                    <a:lstStyle/>
                    <a:p>
                      <a:pPr algn="ctr" fontAlgn="ctr"/>
                      <a:r>
                        <a:rPr lang="en-US" sz="800" b="1" i="0" u="none" strike="noStrike">
                          <a:solidFill>
                            <a:srgbClr val="FFFFFF"/>
                          </a:solidFill>
                          <a:effectLst/>
                          <a:latin typeface="Calibri" panose="020F0502020204030204" pitchFamily="34" charset="0"/>
                        </a:rPr>
                        <a:t>13</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Deviation between customer's current and/or past (expected) behavior</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5142608"/>
                  </a:ext>
                </a:extLst>
              </a:tr>
              <a:tr h="184119">
                <a:tc>
                  <a:txBody>
                    <a:bodyPr/>
                    <a:lstStyle/>
                    <a:p>
                      <a:pPr algn="ctr" fontAlgn="ctr"/>
                      <a:r>
                        <a:rPr lang="en-US" sz="800" b="1" i="0" u="none" strike="noStrike">
                          <a:solidFill>
                            <a:srgbClr val="FFFFFF"/>
                          </a:solidFill>
                          <a:effectLst/>
                          <a:latin typeface="Calibri" panose="020F0502020204030204" pitchFamily="34" charset="0"/>
                        </a:rPr>
                        <a:t>14</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Huge increase in foreign transactions</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7410608"/>
                  </a:ext>
                </a:extLst>
              </a:tr>
              <a:tr h="184119">
                <a:tc>
                  <a:txBody>
                    <a:bodyPr/>
                    <a:lstStyle/>
                    <a:p>
                      <a:pPr algn="ctr" fontAlgn="ctr"/>
                      <a:r>
                        <a:rPr lang="en-US" sz="800" b="1" i="0" u="none" strike="noStrike">
                          <a:solidFill>
                            <a:srgbClr val="FFFFFF"/>
                          </a:solidFill>
                          <a:effectLst/>
                          <a:latin typeface="Calibri" panose="020F0502020204030204" pitchFamily="34" charset="0"/>
                        </a:rPr>
                        <a:t>15</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Huge increase in cash/cheques transactions</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963346"/>
                  </a:ext>
                </a:extLst>
              </a:tr>
              <a:tr h="184119">
                <a:tc>
                  <a:txBody>
                    <a:bodyPr/>
                    <a:lstStyle/>
                    <a:p>
                      <a:pPr algn="ctr" fontAlgn="ctr"/>
                      <a:r>
                        <a:rPr lang="en-US" sz="800" b="1" i="0" u="none" strike="noStrike">
                          <a:solidFill>
                            <a:srgbClr val="FFFFFF"/>
                          </a:solidFill>
                          <a:effectLst/>
                          <a:latin typeface="Calibri" panose="020F0502020204030204" pitchFamily="34" charset="0"/>
                        </a:rPr>
                        <a:t>16</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An originator/beneficiary sends/receives many transactions in small amounts just below reporting thresholds ( cash included) </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3257937"/>
                  </a:ext>
                </a:extLst>
              </a:tr>
              <a:tr h="184119">
                <a:tc>
                  <a:txBody>
                    <a:bodyPr/>
                    <a:lstStyle/>
                    <a:p>
                      <a:pPr algn="ctr" fontAlgn="ctr"/>
                      <a:r>
                        <a:rPr lang="en-US" sz="800" b="1" i="0" u="none" strike="noStrike">
                          <a:solidFill>
                            <a:srgbClr val="FFFFFF"/>
                          </a:solidFill>
                          <a:effectLst/>
                          <a:latin typeface="Calibri" panose="020F0502020204030204" pitchFamily="34" charset="0"/>
                        </a:rPr>
                        <a:t>18</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Account Velocity</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3880074"/>
                  </a:ext>
                </a:extLst>
              </a:tr>
              <a:tr h="184119">
                <a:tc>
                  <a:txBody>
                    <a:bodyPr/>
                    <a:lstStyle/>
                    <a:p>
                      <a:pPr algn="ctr" fontAlgn="ctr"/>
                      <a:r>
                        <a:rPr lang="en-US" sz="800" b="1" i="0" u="none" strike="noStrike">
                          <a:solidFill>
                            <a:srgbClr val="FFFFFF"/>
                          </a:solidFill>
                          <a:effectLst/>
                          <a:latin typeface="Calibri" panose="020F0502020204030204" pitchFamily="34" charset="0"/>
                        </a:rPr>
                        <a:t>19</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Funneling </a:t>
                      </a:r>
                      <a:r>
                        <a:rPr lang="en-US" sz="800" b="0" i="0" u="none" strike="noStrike" baseline="30000">
                          <a:solidFill>
                            <a:srgbClr val="000000"/>
                          </a:solidFill>
                          <a:effectLst/>
                          <a:latin typeface="Calibri" panose="020F0502020204030204" pitchFamily="34" charset="0"/>
                        </a:rPr>
                        <a:t>1</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9013799"/>
                  </a:ext>
                </a:extLst>
              </a:tr>
              <a:tr h="239763">
                <a:tc>
                  <a:txBody>
                    <a:bodyPr/>
                    <a:lstStyle/>
                    <a:p>
                      <a:pPr algn="ctr" fontAlgn="ctr"/>
                      <a:r>
                        <a:rPr lang="en-US" sz="800" b="1" i="0" u="none" strike="noStrike">
                          <a:solidFill>
                            <a:srgbClr val="FFFFFF"/>
                          </a:solidFill>
                          <a:effectLst/>
                          <a:latin typeface="Calibri" panose="020F0502020204030204" pitchFamily="34" charset="0"/>
                        </a:rPr>
                        <a:t>21</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Unusual activity in Credit Cards/Debit Cards /Prepaid Cards</a:t>
                      </a:r>
                      <a:r>
                        <a:rPr lang="en-US" sz="800" b="0" i="0" u="none" strike="noStrike">
                          <a:solidFill>
                            <a:srgbClr val="FF0000"/>
                          </a:solidFill>
                          <a:effectLst/>
                          <a:latin typeface="Calibri" panose="020F0502020204030204" pitchFamily="34" charset="0"/>
                        </a:rPr>
                        <a:t> </a:t>
                      </a:r>
                      <a:r>
                        <a:rPr lang="en-US" sz="800" b="0" i="0" u="none" strike="noStrike">
                          <a:solidFill>
                            <a:srgbClr val="000000"/>
                          </a:solidFill>
                          <a:effectLst/>
                          <a:latin typeface="Calibri" panose="020F0502020204030204" pitchFamily="34" charset="0"/>
                        </a:rPr>
                        <a:t>- Cash</a:t>
                      </a:r>
                      <a:r>
                        <a:rPr lang="en-US" sz="800" b="0" i="0" u="none" strike="noStrike">
                          <a:solidFill>
                            <a:srgbClr val="FF0000"/>
                          </a:solidFill>
                          <a:effectLst/>
                          <a:latin typeface="Calibri" panose="020F0502020204030204" pitchFamily="34" charset="0"/>
                        </a:rPr>
                        <a:t> </a:t>
                      </a:r>
                      <a:r>
                        <a:rPr lang="en-US" sz="800" b="0" i="0" u="none" strike="noStrike">
                          <a:solidFill>
                            <a:srgbClr val="000000"/>
                          </a:solidFill>
                          <a:effectLst/>
                          <a:latin typeface="Calibri" panose="020F0502020204030204" pitchFamily="34" charset="0"/>
                        </a:rPr>
                        <a:t>withdrawal performed in country of conflict or increased terrorist activity</a:t>
                      </a:r>
                      <a:r>
                        <a:rPr lang="en-US" sz="800" b="0" i="0" u="none" strike="noStrike" baseline="30000">
                          <a:solidFill>
                            <a:srgbClr val="000000"/>
                          </a:solidFill>
                          <a:effectLst/>
                          <a:latin typeface="Calibri" panose="020F0502020204030204" pitchFamily="34" charset="0"/>
                        </a:rPr>
                        <a:t>2</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5603081"/>
                  </a:ext>
                </a:extLst>
              </a:tr>
              <a:tr h="184119">
                <a:tc>
                  <a:txBody>
                    <a:bodyPr/>
                    <a:lstStyle/>
                    <a:p>
                      <a:pPr algn="ctr" fontAlgn="ctr"/>
                      <a:r>
                        <a:rPr lang="en-US" sz="800" b="1" i="0" u="none" strike="noStrike">
                          <a:solidFill>
                            <a:srgbClr val="FFFFFF"/>
                          </a:solidFill>
                          <a:effectLst/>
                          <a:latin typeface="Calibri" panose="020F0502020204030204" pitchFamily="34" charset="0"/>
                        </a:rPr>
                        <a:t>23</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Unusual activity in Credit Cards/Debit Cards /Prepaid cards - Excessive cash advance /withdrawal / deposit or overpayment </a:t>
                      </a:r>
                      <a:r>
                        <a:rPr lang="en-US" sz="800" b="0" i="0" u="none" strike="noStrike" baseline="30000">
                          <a:solidFill>
                            <a:srgbClr val="000000"/>
                          </a:solidFill>
                          <a:effectLst/>
                          <a:latin typeface="Calibri" panose="020F0502020204030204" pitchFamily="34" charset="0"/>
                        </a:rPr>
                        <a:t>2</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9297822"/>
                  </a:ext>
                </a:extLst>
              </a:tr>
              <a:tr h="184119">
                <a:tc>
                  <a:txBody>
                    <a:bodyPr/>
                    <a:lstStyle/>
                    <a:p>
                      <a:pPr algn="ctr" fontAlgn="ctr"/>
                      <a:r>
                        <a:rPr lang="en-US" sz="800" b="1" i="0" u="none" strike="noStrike">
                          <a:solidFill>
                            <a:srgbClr val="FFFFFF"/>
                          </a:solidFill>
                          <a:effectLst/>
                          <a:latin typeface="Calibri" panose="020F0502020204030204" pitchFamily="34" charset="0"/>
                        </a:rPr>
                        <a:t>25</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Unusual activity in Virtual assets </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1478489"/>
                  </a:ext>
                </a:extLst>
              </a:tr>
              <a:tr h="184119">
                <a:tc>
                  <a:txBody>
                    <a:bodyPr/>
                    <a:lstStyle/>
                    <a:p>
                      <a:pPr algn="ctr" fontAlgn="ctr"/>
                      <a:r>
                        <a:rPr lang="en-US" sz="800" b="1" i="0" u="none" strike="noStrike">
                          <a:solidFill>
                            <a:srgbClr val="FFFFFF"/>
                          </a:solidFill>
                          <a:effectLst/>
                          <a:latin typeface="Calibri" panose="020F0502020204030204" pitchFamily="34" charset="0"/>
                        </a:rPr>
                        <a:t>26</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Unusual activity involving gambling transactions</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B050"/>
                          </a:solidFill>
                          <a:effectLst/>
                          <a:latin typeface="Wingdings 2" panose="05020102010507070707" pitchFamily="18" charset="2"/>
                        </a:rPr>
                        <a:t>P</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7357267"/>
                  </a:ext>
                </a:extLst>
              </a:tr>
              <a:tr h="184119">
                <a:tc>
                  <a:txBody>
                    <a:bodyPr/>
                    <a:lstStyle/>
                    <a:p>
                      <a:pPr algn="ctr" fontAlgn="ctr"/>
                      <a:r>
                        <a:rPr lang="en-US" sz="800" b="1" i="0" u="none" strike="noStrike">
                          <a:solidFill>
                            <a:srgbClr val="FFFFFF"/>
                          </a:solidFill>
                          <a:effectLst/>
                          <a:latin typeface="Calibri" panose="020F0502020204030204" pitchFamily="34" charset="0"/>
                        </a:rPr>
                        <a:t>28</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a:solidFill>
                            <a:srgbClr val="000000"/>
                          </a:solidFill>
                          <a:effectLst/>
                          <a:latin typeface="Calibri" panose="020F0502020204030204" pitchFamily="34" charset="0"/>
                        </a:rPr>
                        <a:t>Unusual method / timing of repayment</a:t>
                      </a:r>
                      <a:r>
                        <a:rPr lang="tr-TR" sz="800" b="0" i="0" u="none" strike="noStrike">
                          <a:solidFill>
                            <a:srgbClr val="000000"/>
                          </a:solidFill>
                          <a:effectLst/>
                          <a:latin typeface="Calibri" panose="020F0502020204030204" pitchFamily="34" charset="0"/>
                        </a:rPr>
                        <a:t> </a:t>
                      </a:r>
                      <a:r>
                        <a:rPr lang="en-US" sz="800">
                          <a:solidFill>
                            <a:schemeClr val="tx2"/>
                          </a:solidFill>
                          <a:latin typeface="Calibri" panose="020F0502020204030204" pitchFamily="34" charset="0"/>
                          <a:ea typeface="Calibri" panose="020F0502020204030204" pitchFamily="34" charset="0"/>
                          <a:cs typeface="Calibri" panose="020F0502020204030204" pitchFamily="34" charset="0"/>
                        </a:rPr>
                        <a:t>related to a financing transaction</a:t>
                      </a:r>
                      <a:r>
                        <a:rPr lang="en-US" sz="800" b="0" i="0" u="none" strike="noStrike">
                          <a:solidFill>
                            <a:srgbClr val="000000"/>
                          </a:solidFill>
                          <a:effectLst/>
                          <a:latin typeface="Calibri" panose="020F0502020204030204" pitchFamily="34" charset="0"/>
                        </a:rPr>
                        <a:t> </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FF0000"/>
                          </a:solidFill>
                          <a:effectLst/>
                          <a:latin typeface="Wingdings 2" panose="05020102010507070707" pitchFamily="18" charset="2"/>
                        </a:rPr>
                        <a:t>V</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800" b="0" i="0" u="none" strike="noStrike">
                          <a:solidFill>
                            <a:srgbClr val="000000"/>
                          </a:solidFill>
                          <a:effectLst/>
                          <a:latin typeface="Calibri" panose="020F0502020204030204" pitchFamily="34" charset="0"/>
                        </a:rPr>
                        <a:t> </a:t>
                      </a: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1533102"/>
                  </a:ext>
                </a:extLst>
              </a:tr>
              <a:tr h="184119">
                <a:tc>
                  <a:txBody>
                    <a:bodyPr/>
                    <a:lstStyle/>
                    <a:p>
                      <a:pPr algn="ctr" fontAlgn="ctr"/>
                      <a:r>
                        <a:rPr lang="tr-TR" sz="800" b="1" i="0" u="none" strike="noStrike">
                          <a:solidFill>
                            <a:srgbClr val="FFFFFF"/>
                          </a:solidFill>
                          <a:effectLst/>
                          <a:latin typeface="Calibri" panose="020F0502020204030204" pitchFamily="34" charset="0"/>
                        </a:rPr>
                        <a:t>36</a:t>
                      </a:r>
                      <a:endParaRPr lang="en-US" sz="800" b="1" i="0" u="none" strike="noStrike">
                        <a:solidFill>
                          <a:srgbClr val="FFFFFF"/>
                        </a:solidFill>
                        <a:effectLst/>
                        <a:latin typeface="Calibri" panose="020F0502020204030204" pitchFamily="34" charset="0"/>
                      </a:endParaRP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t"/>
                      <a:r>
                        <a:rPr lang="en-US" sz="800" b="0" i="0" u="none" strike="noStrike" dirty="0">
                          <a:solidFill>
                            <a:srgbClr val="000000"/>
                          </a:solidFill>
                          <a:effectLst/>
                          <a:latin typeface="Calibri" panose="020F0502020204030204" pitchFamily="34" charset="0"/>
                        </a:rPr>
                        <a:t>Unusual activity in securities - Frequent transfer in and/or out of securities between a customer and unrelated party to hide source of funds (layering)</a:t>
                      </a:r>
                    </a:p>
                  </a:txBody>
                  <a:tcPr marL="4092" marR="4092" marT="409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lang="en-US" sz="800" b="1" i="0" u="none" strike="noStrike">
                          <a:solidFill>
                            <a:srgbClr val="FF0000"/>
                          </a:solidFill>
                          <a:effectLst/>
                          <a:latin typeface="Wingdings 2" panose="05020102010507070707" pitchFamily="18" charset="2"/>
                        </a:rPr>
                        <a:t>V</a:t>
                      </a:r>
                    </a:p>
                  </a:txBody>
                  <a:tcPr marL="4092" marR="4092" marT="40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800" b="0" i="0" u="none" strike="noStrike" dirty="0">
                        <a:solidFill>
                          <a:srgbClr val="000000"/>
                        </a:solidFill>
                        <a:effectLst/>
                        <a:latin typeface="Calibri" panose="020F0502020204030204" pitchFamily="34" charset="0"/>
                      </a:endParaRPr>
                    </a:p>
                  </a:txBody>
                  <a:tcPr marL="4092" marR="4092" marT="4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3891291"/>
                  </a:ext>
                </a:extLst>
              </a:tr>
            </a:tbl>
          </a:graphicData>
        </a:graphic>
      </p:graphicFrame>
    </p:spTree>
    <p:extLst>
      <p:ext uri="{BB962C8B-B14F-4D97-AF65-F5344CB8AC3E}">
        <p14:creationId xmlns:p14="http://schemas.microsoft.com/office/powerpoint/2010/main" val="668150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D65EE0-3B5D-8DD6-F232-52F4D06ED014}"/>
              </a:ext>
            </a:extLst>
          </p:cNvPr>
          <p:cNvSpPr>
            <a:spLocks noGrp="1"/>
          </p:cNvSpPr>
          <p:nvPr>
            <p:ph type="body" sz="quarter" idx="11"/>
          </p:nvPr>
        </p:nvSpPr>
        <p:spPr/>
        <p:txBody>
          <a:bodyPr/>
          <a:lstStyle/>
          <a:p>
            <a:r>
              <a:rPr lang="en-US"/>
              <a:t>Open Points</a:t>
            </a:r>
          </a:p>
        </p:txBody>
      </p:sp>
      <p:sp>
        <p:nvSpPr>
          <p:cNvPr id="3" name="Text Placeholder 2">
            <a:extLst>
              <a:ext uri="{FF2B5EF4-FFF2-40B4-BE49-F238E27FC236}">
                <a16:creationId xmlns:a16="http://schemas.microsoft.com/office/drawing/2014/main" id="{4024D00D-0EF9-E0DF-D507-EF6585CF4E0F}"/>
              </a:ext>
            </a:extLst>
          </p:cNvPr>
          <p:cNvSpPr>
            <a:spLocks noGrp="1"/>
          </p:cNvSpPr>
          <p:nvPr>
            <p:ph type="body" sz="quarter" idx="12"/>
          </p:nvPr>
        </p:nvSpPr>
        <p:spPr>
          <a:xfrm>
            <a:off x="549582" y="891740"/>
            <a:ext cx="11236018" cy="5504687"/>
          </a:xfrm>
        </p:spPr>
        <p:txBody>
          <a:bodyPr/>
          <a:lstStyle/>
          <a:p>
            <a:r>
              <a:rPr lang="en-US" sz="1400" dirty="0">
                <a:solidFill>
                  <a:schemeClr val="tx2"/>
                </a:solidFill>
                <a:latin typeface="Calibri" panose="020F0502020204030204" pitchFamily="34" charset="0"/>
                <a:ea typeface="Calibri" panose="020F0502020204030204" pitchFamily="34" charset="0"/>
                <a:cs typeface="Calibri" panose="020F0502020204030204" pitchFamily="34" charset="0"/>
              </a:rPr>
              <a:t>UCB CZ to confirm and comment, if the case, whether the partial coverage of Mantas Scenarios for 2 RTs is acceptable based on risk appetite of the bank or if customizations are required to ensure a full coverage (Annex 1) </a:t>
            </a:r>
          </a:p>
          <a:p>
            <a:r>
              <a:rPr lang="en-US" sz="1400" dirty="0">
                <a:solidFill>
                  <a:schemeClr val="tx2"/>
                </a:solidFill>
                <a:latin typeface="Calibri" panose="020F0502020204030204" pitchFamily="34" charset="0"/>
                <a:ea typeface="Calibri" panose="020F0502020204030204" pitchFamily="34" charset="0"/>
                <a:cs typeface="Calibri" panose="020F0502020204030204" pitchFamily="34" charset="0"/>
              </a:rPr>
              <a:t>UCB CZ to confirm and comment, if the case, whether the coverage of 24 RTs versus current Scenarios reflects the AS IS situation (slide 7 and attachment relating </a:t>
            </a:r>
            <a:r>
              <a:rPr lang="en-US" sz="1400" i="1" dirty="0">
                <a:solidFill>
                  <a:srgbClr val="002664"/>
                </a:solidFill>
                <a:latin typeface="Calibri" panose="020F0502020204030204" pitchFamily="34" charset="0"/>
              </a:rPr>
              <a:t>Local Risk Typologies and Scenarios mapping </a:t>
            </a:r>
            <a:r>
              <a:rPr lang="en-US" sz="1400" dirty="0">
                <a:solidFill>
                  <a:srgbClr val="002664"/>
                </a:solidFill>
                <a:latin typeface="Calibri" panose="020F0502020204030204" pitchFamily="34" charset="0"/>
              </a:rPr>
              <a:t>in</a:t>
            </a:r>
            <a:r>
              <a:rPr lang="en-US" sz="1400" b="1" dirty="0">
                <a:solidFill>
                  <a:srgbClr val="002664"/>
                </a:solidFill>
                <a:latin typeface="Calibri" panose="020F0502020204030204" pitchFamily="34" charset="0"/>
              </a:rPr>
              <a:t> </a:t>
            </a:r>
            <a:r>
              <a:rPr lang="en-US" sz="1400" dirty="0">
                <a:solidFill>
                  <a:schemeClr val="tx2"/>
                </a:solidFill>
                <a:latin typeface="Calibri" panose="020F0502020204030204" pitchFamily="34" charset="0"/>
                <a:ea typeface="Calibri" panose="020F0502020204030204" pitchFamily="34" charset="0"/>
                <a:cs typeface="Calibri" panose="020F0502020204030204" pitchFamily="34" charset="0"/>
              </a:rPr>
              <a:t>Annex 2)</a:t>
            </a:r>
          </a:p>
          <a:p>
            <a:pPr marL="0" indent="0">
              <a:buNone/>
            </a:pPr>
            <a:endParaRPr lang="en-US" sz="14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endParaRPr lang="en-US" sz="1400"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48237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8534-6355-EE4C-B32D-6CF8155C72EA}"/>
              </a:ext>
            </a:extLst>
          </p:cNvPr>
          <p:cNvSpPr>
            <a:spLocks noGrp="1"/>
          </p:cNvSpPr>
          <p:nvPr>
            <p:ph type="title"/>
          </p:nvPr>
        </p:nvSpPr>
        <p:spPr/>
        <p:txBody>
          <a:bodyPr/>
          <a:lstStyle/>
          <a:p>
            <a:r>
              <a:rPr lang="en-US" sz="3000" b="1"/>
              <a:t>Annex 1 – Summary of Mantas Scenarios</a:t>
            </a:r>
          </a:p>
        </p:txBody>
      </p:sp>
    </p:spTree>
    <p:extLst>
      <p:ext uri="{BB962C8B-B14F-4D97-AF65-F5344CB8AC3E}">
        <p14:creationId xmlns:p14="http://schemas.microsoft.com/office/powerpoint/2010/main" val="1676741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ECBE70C-6CF2-FEE8-442D-2C06C3E8F344}"/>
              </a:ext>
            </a:extLst>
          </p:cNvPr>
          <p:cNvSpPr/>
          <p:nvPr/>
        </p:nvSpPr>
        <p:spPr>
          <a:xfrm>
            <a:off x="346732" y="6115700"/>
            <a:ext cx="11486808" cy="326869"/>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D6E407D0-6F7F-2743-43B2-E50C2F730874}"/>
              </a:ext>
            </a:extLst>
          </p:cNvPr>
          <p:cNvSpPr/>
          <p:nvPr/>
        </p:nvSpPr>
        <p:spPr>
          <a:xfrm>
            <a:off x="385066" y="4970168"/>
            <a:ext cx="11448474" cy="1076746"/>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68401639-C5A1-F3DB-CCEB-0D4B15D45828}"/>
              </a:ext>
            </a:extLst>
          </p:cNvPr>
          <p:cNvSpPr/>
          <p:nvPr/>
        </p:nvSpPr>
        <p:spPr>
          <a:xfrm>
            <a:off x="348141" y="4548052"/>
            <a:ext cx="11486808" cy="355365"/>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5741182C-BB6C-A6CA-AE32-0868E3A5659C}"/>
              </a:ext>
            </a:extLst>
          </p:cNvPr>
          <p:cNvSpPr/>
          <p:nvPr/>
        </p:nvSpPr>
        <p:spPr>
          <a:xfrm>
            <a:off x="343887" y="4238805"/>
            <a:ext cx="11486808" cy="280312"/>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0E87E94A-FCD9-7BCF-8D92-F7A99097BC1D}"/>
              </a:ext>
            </a:extLst>
          </p:cNvPr>
          <p:cNvSpPr/>
          <p:nvPr/>
        </p:nvSpPr>
        <p:spPr>
          <a:xfrm>
            <a:off x="339263" y="3519341"/>
            <a:ext cx="11486808" cy="650234"/>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94E3B1DC-8D17-CD22-55F5-E939AC588978}"/>
              </a:ext>
            </a:extLst>
          </p:cNvPr>
          <p:cNvSpPr/>
          <p:nvPr/>
        </p:nvSpPr>
        <p:spPr>
          <a:xfrm>
            <a:off x="331889" y="2793817"/>
            <a:ext cx="11486808" cy="643312"/>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CB195D7C-E8C7-D35D-CBBD-8F36E7B4376B}"/>
              </a:ext>
            </a:extLst>
          </p:cNvPr>
          <p:cNvSpPr/>
          <p:nvPr/>
        </p:nvSpPr>
        <p:spPr>
          <a:xfrm>
            <a:off x="346732" y="1928906"/>
            <a:ext cx="11471966" cy="786246"/>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 Placeholder 1">
            <a:extLst>
              <a:ext uri="{FF2B5EF4-FFF2-40B4-BE49-F238E27FC236}">
                <a16:creationId xmlns:a16="http://schemas.microsoft.com/office/drawing/2014/main" id="{145658A8-84FE-5B4C-8EB7-086342250D25}"/>
              </a:ext>
            </a:extLst>
          </p:cNvPr>
          <p:cNvSpPr>
            <a:spLocks noGrp="1"/>
          </p:cNvSpPr>
          <p:nvPr>
            <p:ph type="body" sz="quarter" idx="11"/>
          </p:nvPr>
        </p:nvSpPr>
        <p:spPr>
          <a:xfrm>
            <a:off x="304789" y="-23304"/>
            <a:ext cx="11379200" cy="669235"/>
          </a:xfrm>
        </p:spPr>
        <p:txBody>
          <a:bodyPr tIns="182880" anchor="t" anchorCtr="0"/>
          <a:lstStyle/>
          <a:p>
            <a:r>
              <a:rPr lang="en-US">
                <a:latin typeface="Calibri" panose="020F0502020204030204" pitchFamily="34" charset="0"/>
                <a:cs typeface="Calibri" panose="020F0502020204030204" pitchFamily="34" charset="0"/>
              </a:rPr>
              <a:t>RCA – Summary of Mantas Scenarios </a:t>
            </a:r>
          </a:p>
          <a:p>
            <a:r>
              <a:rPr lang="en-US">
                <a:latin typeface="Calibri" panose="020F0502020204030204" pitchFamily="34" charset="0"/>
                <a:cs typeface="Calibri" panose="020F0502020204030204" pitchFamily="34" charset="0"/>
              </a:rPr>
              <a:t>Full coverage 1/3</a:t>
            </a:r>
            <a:endParaRPr lang="en-GB">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EAEFBB06-55D0-461D-6501-CE017808C2A7}"/>
              </a:ext>
            </a:extLst>
          </p:cNvPr>
          <p:cNvSpPr txBox="1"/>
          <p:nvPr/>
        </p:nvSpPr>
        <p:spPr>
          <a:xfrm>
            <a:off x="331889" y="1602268"/>
            <a:ext cx="2730611"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Group Risk Typologies</a:t>
            </a:r>
            <a:endParaRPr lang="en-US" sz="1000" spc="-4">
              <a:solidFill>
                <a:srgbClr val="FF0000"/>
              </a:solidFill>
              <a:latin typeface="Calibri" panose="020F0502020204030204" pitchFamily="34" charset="0"/>
              <a:cs typeface="Calibri" panose="020F0502020204030204" pitchFamily="34" charset="0"/>
            </a:endParaRPr>
          </a:p>
        </p:txBody>
      </p:sp>
      <p:sp>
        <p:nvSpPr>
          <p:cNvPr id="85" name="TextBox 84">
            <a:extLst>
              <a:ext uri="{FF2B5EF4-FFF2-40B4-BE49-F238E27FC236}">
                <a16:creationId xmlns:a16="http://schemas.microsoft.com/office/drawing/2014/main" id="{1FBB1E35-D105-AF1D-9071-CFF7D2B08580}"/>
              </a:ext>
            </a:extLst>
          </p:cNvPr>
          <p:cNvSpPr txBox="1"/>
          <p:nvPr/>
        </p:nvSpPr>
        <p:spPr>
          <a:xfrm>
            <a:off x="346732" y="808970"/>
            <a:ext cx="10894825" cy="592875"/>
          </a:xfrm>
          <a:prstGeom prst="rect">
            <a:avLst/>
          </a:prstGeom>
          <a:solidFill>
            <a:schemeClr val="bg1">
              <a:lumMod val="85000"/>
            </a:schemeClr>
          </a:solidFill>
          <a:ln w="31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85725" indent="-85725" algn="just">
              <a:spcAft>
                <a:spcPts val="600"/>
              </a:spcAft>
              <a:buClr>
                <a:srgbClr val="0737A3"/>
              </a:buClr>
              <a:buSzPct val="120000"/>
              <a:buFont typeface="Wingdings" panose="05000000000000000000" pitchFamily="2" charset="2"/>
              <a:buChar char="§"/>
              <a:defRPr sz="1000">
                <a:solidFill>
                  <a:srgbClr val="002664"/>
                </a:solidFill>
                <a:latin typeface="Calibri" panose="020F0502020204030204" pitchFamily="34" charset="0"/>
                <a:ea typeface="ＭＳ Ｐゴシック" charset="0"/>
                <a:cs typeface="Calibri" panose="020F0502020204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buClr>
                <a:schemeClr val="tx2"/>
              </a:buClr>
              <a:buFont typeface="Arial" panose="020B0604020202020204" pitchFamily="34" charset="0"/>
              <a:buChar char="•"/>
            </a:pPr>
            <a:r>
              <a:rPr lang="en-GB" sz="1200"/>
              <a:t>This slide represents a summary aimed at showing how each scenario contributed in providing coverage to the </a:t>
            </a:r>
            <a:r>
              <a:rPr lang="en-GB" sz="1200" b="1"/>
              <a:t>Group Risk Typologies To be developed </a:t>
            </a:r>
          </a:p>
          <a:p>
            <a:pPr>
              <a:buClr>
                <a:schemeClr val="tx2"/>
              </a:buClr>
              <a:buFont typeface="Arial" panose="020B0604020202020204" pitchFamily="34" charset="0"/>
              <a:buChar char="•"/>
            </a:pPr>
            <a:r>
              <a:rPr lang="en-GB" sz="1200"/>
              <a:t>#</a:t>
            </a:r>
            <a:r>
              <a:rPr lang="en-GB" sz="1200" b="1"/>
              <a:t>20</a:t>
            </a:r>
            <a:r>
              <a:rPr lang="en-GB" sz="1200"/>
              <a:t> scenarios are able to cover </a:t>
            </a:r>
            <a:r>
              <a:rPr lang="en-GB" sz="1200" b="1"/>
              <a:t># </a:t>
            </a:r>
            <a:r>
              <a:rPr lang="tr-TR" sz="1200" b="1"/>
              <a:t>21</a:t>
            </a:r>
            <a:r>
              <a:rPr lang="en-GB" sz="1200" b="1"/>
              <a:t> Group RTs applicable to UCB CZ and</a:t>
            </a:r>
            <a:r>
              <a:rPr lang="en-GB" sz="1200"/>
              <a:t> </a:t>
            </a:r>
            <a:r>
              <a:rPr lang="en-GB" sz="1200" b="1"/>
              <a:t>#</a:t>
            </a:r>
            <a:r>
              <a:rPr lang="tr-TR" sz="1200" b="1"/>
              <a:t>2</a:t>
            </a:r>
            <a:r>
              <a:rPr lang="en-GB" sz="1200" b="1"/>
              <a:t> RTs </a:t>
            </a:r>
            <a:r>
              <a:rPr lang="en-GB" sz="1200"/>
              <a:t>can not be covered by Mantas Scenarios </a:t>
            </a:r>
          </a:p>
        </p:txBody>
      </p:sp>
      <p:sp>
        <p:nvSpPr>
          <p:cNvPr id="14" name="TextBox 13">
            <a:extLst>
              <a:ext uri="{FF2B5EF4-FFF2-40B4-BE49-F238E27FC236}">
                <a16:creationId xmlns:a16="http://schemas.microsoft.com/office/drawing/2014/main" id="{17124ECD-C708-CA39-2C4A-0398984645E3}"/>
              </a:ext>
            </a:extLst>
          </p:cNvPr>
          <p:cNvSpPr txBox="1"/>
          <p:nvPr/>
        </p:nvSpPr>
        <p:spPr>
          <a:xfrm>
            <a:off x="5099800" y="1588149"/>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975" b="1" spc="-4">
                <a:solidFill>
                  <a:srgbClr val="002664"/>
                </a:solidFill>
                <a:latin typeface="Calibri" panose="020F0502020204030204" pitchFamily="34" charset="0"/>
                <a:cs typeface="Calibri" panose="020F0502020204030204" pitchFamily="34" charset="0"/>
              </a:rPr>
              <a:t>Mantas Scenarios</a:t>
            </a:r>
            <a:endParaRPr lang="en-US" sz="975" spc="-4">
              <a:solidFill>
                <a:srgbClr val="FF0000"/>
              </a:solidFill>
              <a:latin typeface="Calibri" panose="020F0502020204030204" pitchFamily="34" charset="0"/>
              <a:cs typeface="Calibri" panose="020F0502020204030204" pitchFamily="34" charset="0"/>
            </a:endParaRPr>
          </a:p>
        </p:txBody>
      </p:sp>
      <p:sp>
        <p:nvSpPr>
          <p:cNvPr id="34" name="Rectangle 33">
            <a:extLst>
              <a:ext uri="{FF2B5EF4-FFF2-40B4-BE49-F238E27FC236}">
                <a16:creationId xmlns:a16="http://schemas.microsoft.com/office/drawing/2014/main" id="{B9A5F8A9-4C5C-0EAA-93E8-42E8B1A00FC3}"/>
              </a:ext>
            </a:extLst>
          </p:cNvPr>
          <p:cNvSpPr/>
          <p:nvPr/>
        </p:nvSpPr>
        <p:spPr>
          <a:xfrm>
            <a:off x="339263" y="1933158"/>
            <a:ext cx="3061008" cy="770982"/>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 Transaction from/to high-risk countries or known to be non-cooperative or to have lax regulations (different from expected behavior)</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E8D46EE7-BD04-EC22-AAB7-1350AF27762A}"/>
              </a:ext>
            </a:extLst>
          </p:cNvPr>
          <p:cNvSpPr/>
          <p:nvPr/>
        </p:nvSpPr>
        <p:spPr>
          <a:xfrm>
            <a:off x="346732" y="2787556"/>
            <a:ext cx="3054478" cy="643312"/>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 Transaction from tax haven, offshore jurisdiction, duty free zones</a:t>
            </a:r>
          </a:p>
        </p:txBody>
      </p:sp>
      <p:sp>
        <p:nvSpPr>
          <p:cNvPr id="60" name="Rectangle 59">
            <a:extLst>
              <a:ext uri="{FF2B5EF4-FFF2-40B4-BE49-F238E27FC236}">
                <a16:creationId xmlns:a16="http://schemas.microsoft.com/office/drawing/2014/main" id="{1817B43D-EFC4-96DC-4404-EB9C37FAA6A5}"/>
              </a:ext>
            </a:extLst>
          </p:cNvPr>
          <p:cNvSpPr/>
          <p:nvPr/>
        </p:nvSpPr>
        <p:spPr>
          <a:xfrm>
            <a:off x="331889" y="3524300"/>
            <a:ext cx="3061008" cy="634299"/>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3. High risk Customers - Physical and Legal person  (shell banks, trust funds, exchange houses, Money Service Businesses, sales agent, PEP, SAR already filed...) involved</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61" name="Rectangle 60">
            <a:extLst>
              <a:ext uri="{FF2B5EF4-FFF2-40B4-BE49-F238E27FC236}">
                <a16:creationId xmlns:a16="http://schemas.microsoft.com/office/drawing/2014/main" id="{FF6C211B-4BED-9441-3BCD-970C131ED543}"/>
              </a:ext>
            </a:extLst>
          </p:cNvPr>
          <p:cNvSpPr/>
          <p:nvPr/>
        </p:nvSpPr>
        <p:spPr>
          <a:xfrm>
            <a:off x="339263" y="4238805"/>
            <a:ext cx="3061008" cy="263093"/>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4. Significant transactions involving cash/cheques</a:t>
            </a:r>
          </a:p>
        </p:txBody>
      </p:sp>
      <p:sp>
        <p:nvSpPr>
          <p:cNvPr id="62" name="Rectangle 61">
            <a:extLst>
              <a:ext uri="{FF2B5EF4-FFF2-40B4-BE49-F238E27FC236}">
                <a16:creationId xmlns:a16="http://schemas.microsoft.com/office/drawing/2014/main" id="{FF3195A7-B73A-15BD-4411-369B007D6710}"/>
              </a:ext>
            </a:extLst>
          </p:cNvPr>
          <p:cNvSpPr/>
          <p:nvPr/>
        </p:nvSpPr>
        <p:spPr>
          <a:xfrm>
            <a:off x="339263" y="4548680"/>
            <a:ext cx="3061008" cy="355465"/>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5. Purchasing or selling high amount of foreign currencies</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63" name="Rectangle 62">
            <a:extLst>
              <a:ext uri="{FF2B5EF4-FFF2-40B4-BE49-F238E27FC236}">
                <a16:creationId xmlns:a16="http://schemas.microsoft.com/office/drawing/2014/main" id="{41C4B260-2776-31D6-D9CC-18485775E9B7}"/>
              </a:ext>
            </a:extLst>
          </p:cNvPr>
          <p:cNvSpPr/>
          <p:nvPr/>
        </p:nvSpPr>
        <p:spPr>
          <a:xfrm>
            <a:off x="346732" y="4964354"/>
            <a:ext cx="3046165" cy="1085554"/>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6. Significant volume/value of transactions between Originator and Beneficiary</a:t>
            </a:r>
          </a:p>
        </p:txBody>
      </p:sp>
      <p:sp>
        <p:nvSpPr>
          <p:cNvPr id="64" name="Rectangle 63">
            <a:extLst>
              <a:ext uri="{FF2B5EF4-FFF2-40B4-BE49-F238E27FC236}">
                <a16:creationId xmlns:a16="http://schemas.microsoft.com/office/drawing/2014/main" id="{42D2E802-27FA-2CF7-9891-7E6482836BA6}"/>
              </a:ext>
            </a:extLst>
          </p:cNvPr>
          <p:cNvSpPr/>
          <p:nvPr/>
        </p:nvSpPr>
        <p:spPr>
          <a:xfrm>
            <a:off x="346732" y="6102692"/>
            <a:ext cx="3061008" cy="321609"/>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7. Sudden activity in previously inactive/dormant account</a:t>
            </a:r>
            <a:endParaRPr lang="en-US" sz="1000" baseline="3000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77" name="Rectangle 76">
            <a:extLst>
              <a:ext uri="{FF2B5EF4-FFF2-40B4-BE49-F238E27FC236}">
                <a16:creationId xmlns:a16="http://schemas.microsoft.com/office/drawing/2014/main" id="{6B1A2694-B710-74E3-4A73-B73D0826DB5B}"/>
              </a:ext>
            </a:extLst>
          </p:cNvPr>
          <p:cNvSpPr/>
          <p:nvPr/>
        </p:nvSpPr>
        <p:spPr>
          <a:xfrm>
            <a:off x="3410487" y="1933158"/>
            <a:ext cx="2415469" cy="217859"/>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3.1 High Risk Geography</a:t>
            </a:r>
          </a:p>
        </p:txBody>
      </p:sp>
      <p:sp>
        <p:nvSpPr>
          <p:cNvPr id="78" name="Rectangle 77">
            <a:extLst>
              <a:ext uri="{FF2B5EF4-FFF2-40B4-BE49-F238E27FC236}">
                <a16:creationId xmlns:a16="http://schemas.microsoft.com/office/drawing/2014/main" id="{F4F80685-98CA-A794-ACEA-3028921A6657}"/>
              </a:ext>
            </a:extLst>
          </p:cNvPr>
          <p:cNvSpPr/>
          <p:nvPr/>
        </p:nvSpPr>
        <p:spPr>
          <a:xfrm>
            <a:off x="5811774" y="1933158"/>
            <a:ext cx="2790315" cy="222108"/>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5.3 CIB: High Risk Geography Activity</a:t>
            </a:r>
          </a:p>
        </p:txBody>
      </p:sp>
      <p:sp>
        <p:nvSpPr>
          <p:cNvPr id="79" name="Rectangle 78">
            <a:extLst>
              <a:ext uri="{FF2B5EF4-FFF2-40B4-BE49-F238E27FC236}">
                <a16:creationId xmlns:a16="http://schemas.microsoft.com/office/drawing/2014/main" id="{64A9FB0A-A000-4243-2398-FFC01E0C5E23}"/>
              </a:ext>
            </a:extLst>
          </p:cNvPr>
          <p:cNvSpPr/>
          <p:nvPr/>
        </p:nvSpPr>
        <p:spPr>
          <a:xfrm>
            <a:off x="3410486" y="2789464"/>
            <a:ext cx="2408002" cy="62997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3.1 High Risk Geography</a:t>
            </a:r>
          </a:p>
        </p:txBody>
      </p:sp>
      <p:sp>
        <p:nvSpPr>
          <p:cNvPr id="82" name="Rectangle 81">
            <a:extLst>
              <a:ext uri="{FF2B5EF4-FFF2-40B4-BE49-F238E27FC236}">
                <a16:creationId xmlns:a16="http://schemas.microsoft.com/office/drawing/2014/main" id="{1A8B6555-8CE2-94AE-F93C-E958A6C7E554}"/>
              </a:ext>
            </a:extLst>
          </p:cNvPr>
          <p:cNvSpPr/>
          <p:nvPr/>
        </p:nvSpPr>
        <p:spPr>
          <a:xfrm>
            <a:off x="3409148" y="4237313"/>
            <a:ext cx="2409340" cy="241953"/>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6.6 Large Reportable Transactions</a:t>
            </a:r>
          </a:p>
        </p:txBody>
      </p:sp>
      <p:sp>
        <p:nvSpPr>
          <p:cNvPr id="90" name="Rectangle 89">
            <a:extLst>
              <a:ext uri="{FF2B5EF4-FFF2-40B4-BE49-F238E27FC236}">
                <a16:creationId xmlns:a16="http://schemas.microsoft.com/office/drawing/2014/main" id="{C3E09711-E4E5-AEDF-E731-DFFE2DB79EE6}"/>
              </a:ext>
            </a:extLst>
          </p:cNvPr>
          <p:cNvSpPr/>
          <p:nvPr/>
        </p:nvSpPr>
        <p:spPr>
          <a:xfrm>
            <a:off x="3409148" y="4553753"/>
            <a:ext cx="2409340" cy="362672"/>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6.8 Single or Multiple Cash Transactions: Large Significant Transactions</a:t>
            </a:r>
          </a:p>
        </p:txBody>
      </p:sp>
      <p:sp>
        <p:nvSpPr>
          <p:cNvPr id="91" name="Rectangle 90">
            <a:extLst>
              <a:ext uri="{FF2B5EF4-FFF2-40B4-BE49-F238E27FC236}">
                <a16:creationId xmlns:a16="http://schemas.microsoft.com/office/drawing/2014/main" id="{90C973D1-F5EF-7BCD-6E81-00E5FEDDE587}"/>
              </a:ext>
            </a:extLst>
          </p:cNvPr>
          <p:cNvSpPr/>
          <p:nvPr/>
        </p:nvSpPr>
        <p:spPr>
          <a:xfrm>
            <a:off x="3446073" y="4965790"/>
            <a:ext cx="2373361" cy="437334"/>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4.2 Patterns of Funds Transfers Between Customers and External Entities</a:t>
            </a:r>
          </a:p>
        </p:txBody>
      </p:sp>
      <p:sp>
        <p:nvSpPr>
          <p:cNvPr id="92" name="Rectangle 91">
            <a:extLst>
              <a:ext uri="{FF2B5EF4-FFF2-40B4-BE49-F238E27FC236}">
                <a16:creationId xmlns:a16="http://schemas.microsoft.com/office/drawing/2014/main" id="{904D662C-007F-48AE-DE0C-B082B0DE8C58}"/>
              </a:ext>
            </a:extLst>
          </p:cNvPr>
          <p:cNvSpPr/>
          <p:nvPr/>
        </p:nvSpPr>
        <p:spPr>
          <a:xfrm>
            <a:off x="5818488" y="4965790"/>
            <a:ext cx="2792472" cy="416653"/>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4.4 Patterns of Funds Transfers Between Internal Accounts and Customers</a:t>
            </a:r>
          </a:p>
        </p:txBody>
      </p:sp>
      <p:sp>
        <p:nvSpPr>
          <p:cNvPr id="93" name="Rectangle 92">
            <a:extLst>
              <a:ext uri="{FF2B5EF4-FFF2-40B4-BE49-F238E27FC236}">
                <a16:creationId xmlns:a16="http://schemas.microsoft.com/office/drawing/2014/main" id="{A6752C24-FB83-8972-2F51-14C5A0D78E9C}"/>
              </a:ext>
            </a:extLst>
          </p:cNvPr>
          <p:cNvSpPr/>
          <p:nvPr/>
        </p:nvSpPr>
        <p:spPr>
          <a:xfrm>
            <a:off x="3410484" y="6112525"/>
            <a:ext cx="2408004" cy="33004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5.11 Escalation in Inactive Account</a:t>
            </a:r>
          </a:p>
        </p:txBody>
      </p:sp>
      <p:cxnSp>
        <p:nvCxnSpPr>
          <p:cNvPr id="147" name="Straight Connector 146">
            <a:extLst>
              <a:ext uri="{FF2B5EF4-FFF2-40B4-BE49-F238E27FC236}">
                <a16:creationId xmlns:a16="http://schemas.microsoft.com/office/drawing/2014/main" id="{059F5B0D-3E22-C4A7-74AE-7E52D28C57D2}"/>
              </a:ext>
            </a:extLst>
          </p:cNvPr>
          <p:cNvCxnSpPr>
            <a:cxnSpLocks/>
          </p:cNvCxnSpPr>
          <p:nvPr/>
        </p:nvCxnSpPr>
        <p:spPr>
          <a:xfrm>
            <a:off x="331889" y="1836751"/>
            <a:ext cx="114537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416B92F-5EA3-68DE-3825-D1E1B551567F}"/>
              </a:ext>
            </a:extLst>
          </p:cNvPr>
          <p:cNvSpPr/>
          <p:nvPr/>
        </p:nvSpPr>
        <p:spPr>
          <a:xfrm>
            <a:off x="3410487" y="2151017"/>
            <a:ext cx="2408001" cy="553123"/>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a full coverage can not be determined because the scenario does not detect the expected behavior</a:t>
            </a:r>
          </a:p>
        </p:txBody>
      </p:sp>
      <p:sp>
        <p:nvSpPr>
          <p:cNvPr id="5" name="Rectangle 4">
            <a:extLst>
              <a:ext uri="{FF2B5EF4-FFF2-40B4-BE49-F238E27FC236}">
                <a16:creationId xmlns:a16="http://schemas.microsoft.com/office/drawing/2014/main" id="{1C0CFA04-9F6B-98AA-2E76-5C71D6D1FA36}"/>
              </a:ext>
            </a:extLst>
          </p:cNvPr>
          <p:cNvSpPr/>
          <p:nvPr/>
        </p:nvSpPr>
        <p:spPr>
          <a:xfrm>
            <a:off x="3401775" y="3529179"/>
            <a:ext cx="2416713" cy="629420"/>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3.2 Focal High-Risk Entity</a:t>
            </a:r>
          </a:p>
        </p:txBody>
      </p:sp>
      <p:sp>
        <p:nvSpPr>
          <p:cNvPr id="6" name="Rectangle 5">
            <a:extLst>
              <a:ext uri="{FF2B5EF4-FFF2-40B4-BE49-F238E27FC236}">
                <a16:creationId xmlns:a16="http://schemas.microsoft.com/office/drawing/2014/main" id="{4F94902F-B308-8CD9-8C36-1D296F56FD23}"/>
              </a:ext>
            </a:extLst>
          </p:cNvPr>
          <p:cNvSpPr/>
          <p:nvPr/>
        </p:nvSpPr>
        <p:spPr>
          <a:xfrm>
            <a:off x="3446071" y="5385617"/>
            <a:ext cx="2373363" cy="671129"/>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monitors patterns between customer and external entity - no patterns of fund transfer among customers are monitored</a:t>
            </a:r>
          </a:p>
        </p:txBody>
      </p:sp>
      <p:sp>
        <p:nvSpPr>
          <p:cNvPr id="7" name="Rectangle 6">
            <a:extLst>
              <a:ext uri="{FF2B5EF4-FFF2-40B4-BE49-F238E27FC236}">
                <a16:creationId xmlns:a16="http://schemas.microsoft.com/office/drawing/2014/main" id="{D03D5D7A-F316-9A5D-B63A-10D766E26F79}"/>
              </a:ext>
            </a:extLst>
          </p:cNvPr>
          <p:cNvSpPr/>
          <p:nvPr/>
        </p:nvSpPr>
        <p:spPr>
          <a:xfrm>
            <a:off x="5818488" y="5389106"/>
            <a:ext cx="2792472" cy="668793"/>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monitors patterns between the Internal Accounts and Customers - no patterns of fund transfer between external parties and customers</a:t>
            </a:r>
          </a:p>
        </p:txBody>
      </p:sp>
      <p:sp>
        <p:nvSpPr>
          <p:cNvPr id="12" name="TextBox 11">
            <a:extLst>
              <a:ext uri="{FF2B5EF4-FFF2-40B4-BE49-F238E27FC236}">
                <a16:creationId xmlns:a16="http://schemas.microsoft.com/office/drawing/2014/main" id="{E6F477DB-169F-D95A-1692-20D7EE930ACB}"/>
              </a:ext>
            </a:extLst>
          </p:cNvPr>
          <p:cNvSpPr txBox="1"/>
          <p:nvPr/>
        </p:nvSpPr>
        <p:spPr>
          <a:xfrm>
            <a:off x="10470049" y="1596735"/>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Final level of coverage</a:t>
            </a:r>
            <a:endParaRPr lang="en-US" sz="1000" spc="-4">
              <a:solidFill>
                <a:srgbClr val="FF0000"/>
              </a:solidFill>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5497995A-311E-A1AE-54F3-C82CF6C3DEBD}"/>
              </a:ext>
            </a:extLst>
          </p:cNvPr>
          <p:cNvSpPr/>
          <p:nvPr/>
        </p:nvSpPr>
        <p:spPr>
          <a:xfrm>
            <a:off x="9953625" y="1924203"/>
            <a:ext cx="1865072" cy="79922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6" name="Rectangle 15">
            <a:extLst>
              <a:ext uri="{FF2B5EF4-FFF2-40B4-BE49-F238E27FC236}">
                <a16:creationId xmlns:a16="http://schemas.microsoft.com/office/drawing/2014/main" id="{9DB15DB5-8A65-2023-0530-94A12DC5B136}"/>
              </a:ext>
            </a:extLst>
          </p:cNvPr>
          <p:cNvSpPr/>
          <p:nvPr/>
        </p:nvSpPr>
        <p:spPr>
          <a:xfrm>
            <a:off x="9953625" y="2793236"/>
            <a:ext cx="1865072" cy="62997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7" name="Rectangle 16">
            <a:extLst>
              <a:ext uri="{FF2B5EF4-FFF2-40B4-BE49-F238E27FC236}">
                <a16:creationId xmlns:a16="http://schemas.microsoft.com/office/drawing/2014/main" id="{1B43777A-C8A0-9B69-7218-A19075B49EB2}"/>
              </a:ext>
            </a:extLst>
          </p:cNvPr>
          <p:cNvSpPr/>
          <p:nvPr/>
        </p:nvSpPr>
        <p:spPr>
          <a:xfrm>
            <a:off x="9950716" y="3524045"/>
            <a:ext cx="1884233" cy="644950"/>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9" name="Rectangle 18">
            <a:extLst>
              <a:ext uri="{FF2B5EF4-FFF2-40B4-BE49-F238E27FC236}">
                <a16:creationId xmlns:a16="http://schemas.microsoft.com/office/drawing/2014/main" id="{E056878C-C139-2274-1FD4-118286291F18}"/>
              </a:ext>
            </a:extLst>
          </p:cNvPr>
          <p:cNvSpPr/>
          <p:nvPr/>
        </p:nvSpPr>
        <p:spPr>
          <a:xfrm>
            <a:off x="9950650" y="4247659"/>
            <a:ext cx="1884669" cy="26822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20" name="Rectangle 19">
            <a:extLst>
              <a:ext uri="{FF2B5EF4-FFF2-40B4-BE49-F238E27FC236}">
                <a16:creationId xmlns:a16="http://schemas.microsoft.com/office/drawing/2014/main" id="{69F9FEF1-944E-8313-5D0C-1F3383F0AF3A}"/>
              </a:ext>
            </a:extLst>
          </p:cNvPr>
          <p:cNvSpPr/>
          <p:nvPr/>
        </p:nvSpPr>
        <p:spPr>
          <a:xfrm>
            <a:off x="9949157" y="4549684"/>
            <a:ext cx="1894500" cy="35446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21" name="Rectangle 20">
            <a:extLst>
              <a:ext uri="{FF2B5EF4-FFF2-40B4-BE49-F238E27FC236}">
                <a16:creationId xmlns:a16="http://schemas.microsoft.com/office/drawing/2014/main" id="{A535446A-B682-04F6-6B43-4FCF0E964C1A}"/>
              </a:ext>
            </a:extLst>
          </p:cNvPr>
          <p:cNvSpPr/>
          <p:nvPr/>
        </p:nvSpPr>
        <p:spPr>
          <a:xfrm>
            <a:off x="9949157" y="4960317"/>
            <a:ext cx="1894500" cy="108959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22" name="Rectangle 21">
            <a:extLst>
              <a:ext uri="{FF2B5EF4-FFF2-40B4-BE49-F238E27FC236}">
                <a16:creationId xmlns:a16="http://schemas.microsoft.com/office/drawing/2014/main" id="{B3D59340-9804-F12D-BF1E-428571BB5712}"/>
              </a:ext>
            </a:extLst>
          </p:cNvPr>
          <p:cNvSpPr/>
          <p:nvPr/>
        </p:nvSpPr>
        <p:spPr>
          <a:xfrm>
            <a:off x="9950716" y="6115700"/>
            <a:ext cx="1884233" cy="30860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4" name="Rectangle 3">
            <a:extLst>
              <a:ext uri="{FF2B5EF4-FFF2-40B4-BE49-F238E27FC236}">
                <a16:creationId xmlns:a16="http://schemas.microsoft.com/office/drawing/2014/main" id="{40A609D7-DEF1-3BDA-7CF4-9EBFFE3597D6}"/>
              </a:ext>
            </a:extLst>
          </p:cNvPr>
          <p:cNvSpPr/>
          <p:nvPr/>
        </p:nvSpPr>
        <p:spPr>
          <a:xfrm>
            <a:off x="5820193" y="2153268"/>
            <a:ext cx="2782717" cy="553123"/>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a full coverage can not be determined because the scenario does not detect the actual volume and number of transactions, but the CIB</a:t>
            </a:r>
          </a:p>
        </p:txBody>
      </p:sp>
      <p:grpSp>
        <p:nvGrpSpPr>
          <p:cNvPr id="9" name="Group 8">
            <a:extLst>
              <a:ext uri="{FF2B5EF4-FFF2-40B4-BE49-F238E27FC236}">
                <a16:creationId xmlns:a16="http://schemas.microsoft.com/office/drawing/2014/main" id="{51C3E6AA-5EEA-7792-EC21-CA271D13EEA5}"/>
              </a:ext>
            </a:extLst>
          </p:cNvPr>
          <p:cNvGrpSpPr/>
          <p:nvPr/>
        </p:nvGrpSpPr>
        <p:grpSpPr>
          <a:xfrm>
            <a:off x="11320076" y="674825"/>
            <a:ext cx="627008" cy="637730"/>
            <a:chOff x="11320076" y="674825"/>
            <a:chExt cx="627008" cy="637730"/>
          </a:xfrm>
        </p:grpSpPr>
        <p:sp>
          <p:nvSpPr>
            <p:cNvPr id="24" name="Rectangle 23">
              <a:extLst>
                <a:ext uri="{FF2B5EF4-FFF2-40B4-BE49-F238E27FC236}">
                  <a16:creationId xmlns:a16="http://schemas.microsoft.com/office/drawing/2014/main" id="{CBE2FD9C-3DDB-0C1A-1D8B-4ED20FAAEE7A}"/>
                </a:ext>
              </a:extLst>
            </p:cNvPr>
            <p:cNvSpPr/>
            <p:nvPr/>
          </p:nvSpPr>
          <p:spPr>
            <a:xfrm>
              <a:off x="11327832" y="1025226"/>
              <a:ext cx="544043" cy="131106"/>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Partial</a:t>
              </a:r>
              <a:endParaRPr lang="it-IT" sz="800" baseline="3000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F36F5D71-8AC7-E266-63E9-056384A7CD26}"/>
                </a:ext>
              </a:extLst>
            </p:cNvPr>
            <p:cNvSpPr/>
            <p:nvPr/>
          </p:nvSpPr>
          <p:spPr>
            <a:xfrm>
              <a:off x="11327832" y="879791"/>
              <a:ext cx="544042" cy="131106"/>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Full</a:t>
              </a:r>
              <a:endParaRPr lang="it-IT" sz="800" baseline="30000">
                <a:solidFill>
                  <a:schemeClr val="tx1"/>
                </a:solidFill>
                <a:latin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B25AE192-5669-A207-5C67-9CD0EA1C8BFC}"/>
                </a:ext>
              </a:extLst>
            </p:cNvPr>
            <p:cNvSpPr txBox="1"/>
            <p:nvPr/>
          </p:nvSpPr>
          <p:spPr>
            <a:xfrm>
              <a:off x="11320076" y="674825"/>
              <a:ext cx="627008" cy="246221"/>
            </a:xfrm>
            <a:prstGeom prst="rect">
              <a:avLst/>
            </a:prstGeom>
            <a:noFill/>
          </p:spPr>
          <p:txBody>
            <a:bodyPr wrap="square" rtlCol="0">
              <a:spAutoFit/>
            </a:bodyPr>
            <a:lstStyle/>
            <a:p>
              <a:r>
                <a:rPr lang="en-US" sz="1000" b="1">
                  <a:solidFill>
                    <a:schemeClr val="tx1"/>
                  </a:solidFill>
                  <a:latin typeface="Calibri" panose="020F0502020204030204" pitchFamily="34" charset="0"/>
                  <a:ea typeface="Calibri" panose="020F0502020204030204" pitchFamily="34" charset="0"/>
                  <a:cs typeface="Calibri" panose="020F0502020204030204" pitchFamily="34" charset="0"/>
                </a:rPr>
                <a:t>Legend</a:t>
              </a:r>
              <a:endParaRPr lang="it-IT" sz="1000" b="1"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Rectangle 34">
              <a:extLst>
                <a:ext uri="{FF2B5EF4-FFF2-40B4-BE49-F238E27FC236}">
                  <a16:creationId xmlns:a16="http://schemas.microsoft.com/office/drawing/2014/main" id="{8801DAEE-9537-89C1-DC0D-8540B3C8E84C}"/>
                </a:ext>
              </a:extLst>
            </p:cNvPr>
            <p:cNvSpPr/>
            <p:nvPr/>
          </p:nvSpPr>
          <p:spPr>
            <a:xfrm>
              <a:off x="11327832" y="1181449"/>
              <a:ext cx="544042" cy="131106"/>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Null</a:t>
              </a:r>
            </a:p>
          </p:txBody>
        </p:sp>
      </p:grpSp>
    </p:spTree>
    <p:extLst>
      <p:ext uri="{BB962C8B-B14F-4D97-AF65-F5344CB8AC3E}">
        <p14:creationId xmlns:p14="http://schemas.microsoft.com/office/powerpoint/2010/main" val="3125064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Rectangle 207">
            <a:extLst>
              <a:ext uri="{FF2B5EF4-FFF2-40B4-BE49-F238E27FC236}">
                <a16:creationId xmlns:a16="http://schemas.microsoft.com/office/drawing/2014/main" id="{CCCDD747-B89C-A2CE-A6E3-B70978E84139}"/>
              </a:ext>
            </a:extLst>
          </p:cNvPr>
          <p:cNvSpPr/>
          <p:nvPr/>
        </p:nvSpPr>
        <p:spPr>
          <a:xfrm>
            <a:off x="329764" y="4676084"/>
            <a:ext cx="11488934" cy="277913"/>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07" name="Rectangle 206">
            <a:extLst>
              <a:ext uri="{FF2B5EF4-FFF2-40B4-BE49-F238E27FC236}">
                <a16:creationId xmlns:a16="http://schemas.microsoft.com/office/drawing/2014/main" id="{E3FD061D-C3D6-007C-A8AE-257EDC2FB034}"/>
              </a:ext>
            </a:extLst>
          </p:cNvPr>
          <p:cNvSpPr/>
          <p:nvPr/>
        </p:nvSpPr>
        <p:spPr>
          <a:xfrm>
            <a:off x="329764" y="3605255"/>
            <a:ext cx="11488934" cy="296119"/>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05" name="Rectangle 204">
            <a:extLst>
              <a:ext uri="{FF2B5EF4-FFF2-40B4-BE49-F238E27FC236}">
                <a16:creationId xmlns:a16="http://schemas.microsoft.com/office/drawing/2014/main" id="{4585F396-12A1-367B-AAB2-E0E3D643F884}"/>
              </a:ext>
            </a:extLst>
          </p:cNvPr>
          <p:cNvSpPr/>
          <p:nvPr/>
        </p:nvSpPr>
        <p:spPr>
          <a:xfrm>
            <a:off x="346732" y="3105423"/>
            <a:ext cx="11471966" cy="368143"/>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04" name="Rectangle 203">
            <a:extLst>
              <a:ext uri="{FF2B5EF4-FFF2-40B4-BE49-F238E27FC236}">
                <a16:creationId xmlns:a16="http://schemas.microsoft.com/office/drawing/2014/main" id="{5ABD1B86-2EB8-F1C9-B868-5C18E2B77DCC}"/>
              </a:ext>
            </a:extLst>
          </p:cNvPr>
          <p:cNvSpPr/>
          <p:nvPr/>
        </p:nvSpPr>
        <p:spPr>
          <a:xfrm>
            <a:off x="337140" y="2555180"/>
            <a:ext cx="11488934" cy="418085"/>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67" name="Rectangle 66">
            <a:extLst>
              <a:ext uri="{FF2B5EF4-FFF2-40B4-BE49-F238E27FC236}">
                <a16:creationId xmlns:a16="http://schemas.microsoft.com/office/drawing/2014/main" id="{9D34E028-0420-F1F5-5F92-6E3BF8DE64B0}"/>
              </a:ext>
            </a:extLst>
          </p:cNvPr>
          <p:cNvSpPr/>
          <p:nvPr/>
        </p:nvSpPr>
        <p:spPr>
          <a:xfrm>
            <a:off x="339262" y="2555180"/>
            <a:ext cx="3223574" cy="416609"/>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10. Frequent transactions involving cash/cheques</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68" name="Rectangle 67">
            <a:extLst>
              <a:ext uri="{FF2B5EF4-FFF2-40B4-BE49-F238E27FC236}">
                <a16:creationId xmlns:a16="http://schemas.microsoft.com/office/drawing/2014/main" id="{84DC57D0-9A4C-1907-AE10-3D8116A1608E}"/>
              </a:ext>
            </a:extLst>
          </p:cNvPr>
          <p:cNvSpPr/>
          <p:nvPr/>
        </p:nvSpPr>
        <p:spPr>
          <a:xfrm>
            <a:off x="339260" y="3110922"/>
            <a:ext cx="3214949" cy="357205"/>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11. Numerous round amount transactions</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72" name="Rectangle 71">
            <a:extLst>
              <a:ext uri="{FF2B5EF4-FFF2-40B4-BE49-F238E27FC236}">
                <a16:creationId xmlns:a16="http://schemas.microsoft.com/office/drawing/2014/main" id="{4FE0CDC1-CD98-39D2-EB3C-BC2B382C8644}"/>
              </a:ext>
            </a:extLst>
          </p:cNvPr>
          <p:cNvSpPr/>
          <p:nvPr/>
        </p:nvSpPr>
        <p:spPr>
          <a:xfrm>
            <a:off x="331885" y="3614637"/>
            <a:ext cx="3222323" cy="278367"/>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14. Huge increase in foreign transactions</a:t>
            </a:r>
          </a:p>
        </p:txBody>
      </p:sp>
      <p:sp>
        <p:nvSpPr>
          <p:cNvPr id="73" name="Rectangle 72">
            <a:extLst>
              <a:ext uri="{FF2B5EF4-FFF2-40B4-BE49-F238E27FC236}">
                <a16:creationId xmlns:a16="http://schemas.microsoft.com/office/drawing/2014/main" id="{7DC0CA4E-3440-6690-8956-14BC795AA067}"/>
              </a:ext>
            </a:extLst>
          </p:cNvPr>
          <p:cNvSpPr/>
          <p:nvPr/>
        </p:nvSpPr>
        <p:spPr>
          <a:xfrm>
            <a:off x="331885" y="4018270"/>
            <a:ext cx="3202818" cy="278367"/>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15. Huge increase in cash/cheques transactions</a:t>
            </a:r>
          </a:p>
        </p:txBody>
      </p:sp>
      <p:sp>
        <p:nvSpPr>
          <p:cNvPr id="96" name="Rectangle 95">
            <a:extLst>
              <a:ext uri="{FF2B5EF4-FFF2-40B4-BE49-F238E27FC236}">
                <a16:creationId xmlns:a16="http://schemas.microsoft.com/office/drawing/2014/main" id="{549CFA63-8B99-9F7A-AA7A-FB700C6F5AC0}"/>
              </a:ext>
            </a:extLst>
          </p:cNvPr>
          <p:cNvSpPr/>
          <p:nvPr/>
        </p:nvSpPr>
        <p:spPr>
          <a:xfrm>
            <a:off x="3556288" y="2548477"/>
            <a:ext cx="2029923" cy="422586"/>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6.6 Large Reportable Transactions</a:t>
            </a:r>
          </a:p>
          <a:p>
            <a:pPr marR="4128">
              <a:lnSpc>
                <a:spcPts val="1219"/>
              </a:lnSpc>
              <a:spcBef>
                <a:spcPts val="0"/>
              </a:spcBef>
              <a:spcAft>
                <a:spcPts val="0"/>
              </a:spcAft>
              <a:buClr>
                <a:srgbClr val="309283"/>
              </a:buClr>
            </a:pPr>
            <a:endParaRPr lang="en-US" sz="1000" b="1">
              <a:solidFill>
                <a:srgbClr val="002663"/>
              </a:solidFill>
              <a:latin typeface="Calibri" panose="020F0502020204030204" pitchFamily="34" charset="0"/>
              <a:cs typeface="Calibri" panose="020F0502020204030204" pitchFamily="34" charset="0"/>
            </a:endParaRPr>
          </a:p>
        </p:txBody>
      </p:sp>
      <p:sp>
        <p:nvSpPr>
          <p:cNvPr id="98" name="Rectangle 97">
            <a:extLst>
              <a:ext uri="{FF2B5EF4-FFF2-40B4-BE49-F238E27FC236}">
                <a16:creationId xmlns:a16="http://schemas.microsoft.com/office/drawing/2014/main" id="{82AF3D44-E1A3-8B73-C9D1-E525A449A47A}"/>
              </a:ext>
            </a:extLst>
          </p:cNvPr>
          <p:cNvSpPr/>
          <p:nvPr/>
        </p:nvSpPr>
        <p:spPr>
          <a:xfrm>
            <a:off x="3556284" y="3112351"/>
            <a:ext cx="2029879" cy="34987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5.14 Transactions in Round Amounts</a:t>
            </a:r>
          </a:p>
        </p:txBody>
      </p:sp>
      <p:sp>
        <p:nvSpPr>
          <p:cNvPr id="106" name="Rectangle 105">
            <a:extLst>
              <a:ext uri="{FF2B5EF4-FFF2-40B4-BE49-F238E27FC236}">
                <a16:creationId xmlns:a16="http://schemas.microsoft.com/office/drawing/2014/main" id="{18291C9D-CBA6-D23E-CEC9-E44770BDC2A5}"/>
              </a:ext>
            </a:extLst>
          </p:cNvPr>
          <p:cNvSpPr/>
          <p:nvPr/>
        </p:nvSpPr>
        <p:spPr>
          <a:xfrm>
            <a:off x="3540199" y="3607795"/>
            <a:ext cx="2039053" cy="293232"/>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5.4 CIB: Foreign Activity </a:t>
            </a:r>
          </a:p>
        </p:txBody>
      </p:sp>
      <p:sp>
        <p:nvSpPr>
          <p:cNvPr id="107" name="Rectangle 106">
            <a:extLst>
              <a:ext uri="{FF2B5EF4-FFF2-40B4-BE49-F238E27FC236}">
                <a16:creationId xmlns:a16="http://schemas.microsoft.com/office/drawing/2014/main" id="{7B1D0969-9915-2AE0-1786-936E9449DE19}"/>
              </a:ext>
            </a:extLst>
          </p:cNvPr>
          <p:cNvSpPr/>
          <p:nvPr/>
        </p:nvSpPr>
        <p:spPr>
          <a:xfrm>
            <a:off x="3565790" y="4037010"/>
            <a:ext cx="2020373" cy="26822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5.5 CIB: Product Utilization Shift </a:t>
            </a:r>
          </a:p>
        </p:txBody>
      </p:sp>
      <p:cxnSp>
        <p:nvCxnSpPr>
          <p:cNvPr id="190" name="Straight Connector 189">
            <a:extLst>
              <a:ext uri="{FF2B5EF4-FFF2-40B4-BE49-F238E27FC236}">
                <a16:creationId xmlns:a16="http://schemas.microsoft.com/office/drawing/2014/main" id="{8AF27454-80F1-DC26-D068-309C3EBC2894}"/>
              </a:ext>
            </a:extLst>
          </p:cNvPr>
          <p:cNvCxnSpPr>
            <a:cxnSpLocks/>
          </p:cNvCxnSpPr>
          <p:nvPr/>
        </p:nvCxnSpPr>
        <p:spPr>
          <a:xfrm>
            <a:off x="339262" y="1799444"/>
            <a:ext cx="1144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6" name="Rectangle 195">
            <a:extLst>
              <a:ext uri="{FF2B5EF4-FFF2-40B4-BE49-F238E27FC236}">
                <a16:creationId xmlns:a16="http://schemas.microsoft.com/office/drawing/2014/main" id="{72FB16F0-0ED4-AEBF-7CBA-8E744CE457D1}"/>
              </a:ext>
            </a:extLst>
          </p:cNvPr>
          <p:cNvSpPr/>
          <p:nvPr/>
        </p:nvSpPr>
        <p:spPr>
          <a:xfrm>
            <a:off x="10477426" y="2554297"/>
            <a:ext cx="1348648" cy="426845"/>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97" name="Rectangle 196">
            <a:extLst>
              <a:ext uri="{FF2B5EF4-FFF2-40B4-BE49-F238E27FC236}">
                <a16:creationId xmlns:a16="http://schemas.microsoft.com/office/drawing/2014/main" id="{192CD48D-24A5-2C32-C185-D7D007B62C3F}"/>
              </a:ext>
            </a:extLst>
          </p:cNvPr>
          <p:cNvSpPr/>
          <p:nvPr/>
        </p:nvSpPr>
        <p:spPr>
          <a:xfrm>
            <a:off x="10477426" y="3100867"/>
            <a:ext cx="1348648" cy="364616"/>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200" name="Rectangle 199">
            <a:extLst>
              <a:ext uri="{FF2B5EF4-FFF2-40B4-BE49-F238E27FC236}">
                <a16:creationId xmlns:a16="http://schemas.microsoft.com/office/drawing/2014/main" id="{8870B395-DE45-DE1A-B51E-26896EFDCDEE}"/>
              </a:ext>
            </a:extLst>
          </p:cNvPr>
          <p:cNvSpPr/>
          <p:nvPr/>
        </p:nvSpPr>
        <p:spPr>
          <a:xfrm>
            <a:off x="10477426" y="3613269"/>
            <a:ext cx="1348648" cy="279736"/>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203" name="Rectangle 202">
            <a:extLst>
              <a:ext uri="{FF2B5EF4-FFF2-40B4-BE49-F238E27FC236}">
                <a16:creationId xmlns:a16="http://schemas.microsoft.com/office/drawing/2014/main" id="{DB552B90-F296-F748-9EEE-F023AFAC0BDB}"/>
              </a:ext>
            </a:extLst>
          </p:cNvPr>
          <p:cNvSpPr/>
          <p:nvPr/>
        </p:nvSpPr>
        <p:spPr>
          <a:xfrm>
            <a:off x="10477426" y="4000771"/>
            <a:ext cx="1348648" cy="26218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211" name="TextBox 210">
            <a:extLst>
              <a:ext uri="{FF2B5EF4-FFF2-40B4-BE49-F238E27FC236}">
                <a16:creationId xmlns:a16="http://schemas.microsoft.com/office/drawing/2014/main" id="{37E0C511-CE8F-A024-6C24-9C5114CE2C99}"/>
              </a:ext>
            </a:extLst>
          </p:cNvPr>
          <p:cNvSpPr txBox="1"/>
          <p:nvPr/>
        </p:nvSpPr>
        <p:spPr>
          <a:xfrm>
            <a:off x="10477424" y="1543013"/>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Final level of coverage</a:t>
            </a:r>
            <a:endParaRPr lang="en-US" sz="1000" spc="-4">
              <a:solidFill>
                <a:srgbClr val="FF0000"/>
              </a:solidFill>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04ED49A0-C220-311D-EBF0-08A9856560EB}"/>
              </a:ext>
            </a:extLst>
          </p:cNvPr>
          <p:cNvSpPr/>
          <p:nvPr/>
        </p:nvSpPr>
        <p:spPr>
          <a:xfrm>
            <a:off x="339310" y="2192260"/>
            <a:ext cx="11471965" cy="271639"/>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910F218E-F3AD-7D95-3C4C-B82B3E9BF544}"/>
              </a:ext>
            </a:extLst>
          </p:cNvPr>
          <p:cNvSpPr/>
          <p:nvPr/>
        </p:nvSpPr>
        <p:spPr>
          <a:xfrm>
            <a:off x="346732" y="1754364"/>
            <a:ext cx="11471965" cy="345628"/>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69CA236-D98C-F4BE-6DD4-F7204E25B162}"/>
              </a:ext>
            </a:extLst>
          </p:cNvPr>
          <p:cNvSpPr/>
          <p:nvPr/>
        </p:nvSpPr>
        <p:spPr>
          <a:xfrm>
            <a:off x="346732" y="1757909"/>
            <a:ext cx="3216104" cy="342493"/>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8. Transactions from/to countries of conflict or increased terrorist activity</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15FF2479-05AF-BE58-8C1D-CE0E80FCA294}"/>
              </a:ext>
            </a:extLst>
          </p:cNvPr>
          <p:cNvSpPr/>
          <p:nvPr/>
        </p:nvSpPr>
        <p:spPr>
          <a:xfrm>
            <a:off x="3548786" y="1762190"/>
            <a:ext cx="2037378" cy="338212"/>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3.1 High Risk Geography</a:t>
            </a:r>
          </a:p>
        </p:txBody>
      </p:sp>
      <p:sp>
        <p:nvSpPr>
          <p:cNvPr id="8" name="Rectangle 7">
            <a:extLst>
              <a:ext uri="{FF2B5EF4-FFF2-40B4-BE49-F238E27FC236}">
                <a16:creationId xmlns:a16="http://schemas.microsoft.com/office/drawing/2014/main" id="{E9FD443F-0E7D-E7D8-929E-349DAD0DB3FB}"/>
              </a:ext>
            </a:extLst>
          </p:cNvPr>
          <p:cNvSpPr/>
          <p:nvPr/>
        </p:nvSpPr>
        <p:spPr>
          <a:xfrm>
            <a:off x="346732" y="2185531"/>
            <a:ext cx="3216105" cy="278367"/>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9. Significant and unexplained increases in cash deposits</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57E13B38-28C8-482F-FB8F-3625A8B29C95}"/>
              </a:ext>
            </a:extLst>
          </p:cNvPr>
          <p:cNvSpPr/>
          <p:nvPr/>
        </p:nvSpPr>
        <p:spPr>
          <a:xfrm>
            <a:off x="3562884" y="2195151"/>
            <a:ext cx="2023279" cy="278366"/>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5.5 CIB: Product Utilization Shift </a:t>
            </a:r>
          </a:p>
        </p:txBody>
      </p:sp>
      <p:sp>
        <p:nvSpPr>
          <p:cNvPr id="10" name="Rectangle 9">
            <a:extLst>
              <a:ext uri="{FF2B5EF4-FFF2-40B4-BE49-F238E27FC236}">
                <a16:creationId xmlns:a16="http://schemas.microsoft.com/office/drawing/2014/main" id="{0AA2A31A-D136-DA2C-27F3-E137858B7ED3}"/>
              </a:ext>
            </a:extLst>
          </p:cNvPr>
          <p:cNvSpPr/>
          <p:nvPr/>
        </p:nvSpPr>
        <p:spPr>
          <a:xfrm>
            <a:off x="10477425" y="1759015"/>
            <a:ext cx="1341271" cy="340977"/>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1" name="Rectangle 10">
            <a:extLst>
              <a:ext uri="{FF2B5EF4-FFF2-40B4-BE49-F238E27FC236}">
                <a16:creationId xmlns:a16="http://schemas.microsoft.com/office/drawing/2014/main" id="{C944AF2F-E7C7-E3B3-44F6-A03BA1AB9F84}"/>
              </a:ext>
            </a:extLst>
          </p:cNvPr>
          <p:cNvSpPr/>
          <p:nvPr/>
        </p:nvSpPr>
        <p:spPr>
          <a:xfrm>
            <a:off x="10477424" y="2185532"/>
            <a:ext cx="1333803" cy="278367"/>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85" name="TextBox 184">
            <a:extLst>
              <a:ext uri="{FF2B5EF4-FFF2-40B4-BE49-F238E27FC236}">
                <a16:creationId xmlns:a16="http://schemas.microsoft.com/office/drawing/2014/main" id="{8815DBE0-85F3-764F-C798-72C17C25E70F}"/>
              </a:ext>
            </a:extLst>
          </p:cNvPr>
          <p:cNvSpPr txBox="1"/>
          <p:nvPr/>
        </p:nvSpPr>
        <p:spPr>
          <a:xfrm>
            <a:off x="809898" y="1555192"/>
            <a:ext cx="1985554" cy="177283"/>
          </a:xfrm>
          <a:prstGeom prst="rect">
            <a:avLst/>
          </a:prstGeom>
          <a:solidFill>
            <a:schemeClr val="bg1"/>
          </a:solid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Group Risk Typologies</a:t>
            </a:r>
            <a:endParaRPr lang="en-US" sz="1000" spc="-4">
              <a:solidFill>
                <a:srgbClr val="FF0000"/>
              </a:solidFill>
              <a:latin typeface="Calibri" panose="020F0502020204030204" pitchFamily="34" charset="0"/>
              <a:cs typeface="Calibri" panose="020F0502020204030204" pitchFamily="34" charset="0"/>
            </a:endParaRPr>
          </a:p>
        </p:txBody>
      </p:sp>
      <p:sp>
        <p:nvSpPr>
          <p:cNvPr id="186" name="TextBox 185">
            <a:extLst>
              <a:ext uri="{FF2B5EF4-FFF2-40B4-BE49-F238E27FC236}">
                <a16:creationId xmlns:a16="http://schemas.microsoft.com/office/drawing/2014/main" id="{7857F39F-E3F9-D998-6C3A-EC3EEDEF0B91}"/>
              </a:ext>
            </a:extLst>
          </p:cNvPr>
          <p:cNvSpPr txBox="1"/>
          <p:nvPr/>
        </p:nvSpPr>
        <p:spPr>
          <a:xfrm>
            <a:off x="3052274" y="1532300"/>
            <a:ext cx="7328343" cy="177293"/>
          </a:xfrm>
          <a:prstGeom prst="rect">
            <a:avLst/>
          </a:prstGeom>
          <a:solidFill>
            <a:schemeClr val="bg1"/>
          </a:solid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Mantas Scenarios</a:t>
            </a:r>
            <a:endParaRPr lang="en-US" sz="1000" spc="-4">
              <a:solidFill>
                <a:srgbClr val="FF0000"/>
              </a:solidFill>
              <a:latin typeface="Calibri" panose="020F0502020204030204" pitchFamily="34" charset="0"/>
              <a:cs typeface="Calibri" panose="020F0502020204030204" pitchFamily="34" charset="0"/>
            </a:endParaRPr>
          </a:p>
        </p:txBody>
      </p:sp>
      <p:sp>
        <p:nvSpPr>
          <p:cNvPr id="18" name="Text Placeholder 1">
            <a:extLst>
              <a:ext uri="{FF2B5EF4-FFF2-40B4-BE49-F238E27FC236}">
                <a16:creationId xmlns:a16="http://schemas.microsoft.com/office/drawing/2014/main" id="{47C15689-BB9E-9719-CC25-F8F7436426EF}"/>
              </a:ext>
            </a:extLst>
          </p:cNvPr>
          <p:cNvSpPr>
            <a:spLocks noGrp="1"/>
          </p:cNvSpPr>
          <p:nvPr>
            <p:ph type="body" sz="quarter" idx="11"/>
          </p:nvPr>
        </p:nvSpPr>
        <p:spPr>
          <a:xfrm>
            <a:off x="304789" y="-23304"/>
            <a:ext cx="11379200" cy="669235"/>
          </a:xfrm>
        </p:spPr>
        <p:txBody>
          <a:bodyPr tIns="182880" anchor="t" anchorCtr="0"/>
          <a:lstStyle/>
          <a:p>
            <a:r>
              <a:rPr lang="en-US">
                <a:latin typeface="Calibri" panose="020F0502020204030204" pitchFamily="34" charset="0"/>
                <a:cs typeface="Calibri" panose="020F0502020204030204" pitchFamily="34" charset="0"/>
              </a:rPr>
              <a:t>RCA – Summary of Mantas Scenarios </a:t>
            </a:r>
          </a:p>
          <a:p>
            <a:r>
              <a:rPr lang="en-US">
                <a:latin typeface="Calibri" panose="020F0502020204030204" pitchFamily="34" charset="0"/>
                <a:cs typeface="Calibri" panose="020F0502020204030204" pitchFamily="34" charset="0"/>
              </a:rPr>
              <a:t>Full coverage 2/3</a:t>
            </a:r>
            <a:endParaRPr lang="en-GB">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A8D9ED1C-1629-6DB3-D9A9-A85FCC43F1F3}"/>
              </a:ext>
            </a:extLst>
          </p:cNvPr>
          <p:cNvSpPr txBox="1"/>
          <p:nvPr/>
        </p:nvSpPr>
        <p:spPr>
          <a:xfrm>
            <a:off x="154636" y="745172"/>
            <a:ext cx="11086922" cy="592875"/>
          </a:xfrm>
          <a:prstGeom prst="rect">
            <a:avLst/>
          </a:prstGeom>
          <a:solidFill>
            <a:schemeClr val="bg1">
              <a:lumMod val="85000"/>
            </a:schemeClr>
          </a:solid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85725" indent="-85725" algn="just">
              <a:spcAft>
                <a:spcPts val="600"/>
              </a:spcAft>
              <a:buClr>
                <a:srgbClr val="0737A3"/>
              </a:buClr>
              <a:buSzPct val="120000"/>
              <a:buFont typeface="Wingdings" panose="05000000000000000000" pitchFamily="2" charset="2"/>
              <a:buChar char="§"/>
              <a:defRPr sz="1000">
                <a:solidFill>
                  <a:srgbClr val="002664"/>
                </a:solidFill>
                <a:latin typeface="Calibri" panose="020F0502020204030204" pitchFamily="34" charset="0"/>
                <a:ea typeface="ＭＳ Ｐゴシック" charset="0"/>
                <a:cs typeface="Calibri" panose="020F0502020204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GB" sz="1200"/>
              <a:t>This slide represents a summary aimed at showing how each scenario contributed in providing coverage to the </a:t>
            </a:r>
            <a:r>
              <a:rPr lang="en-GB" sz="1200" b="1"/>
              <a:t>Group Typologies To be developed </a:t>
            </a:r>
          </a:p>
          <a:p>
            <a:pPr>
              <a:buClr>
                <a:schemeClr val="tx2"/>
              </a:buClr>
              <a:buFont typeface="Arial" panose="020B0604020202020204" pitchFamily="34" charset="0"/>
              <a:buChar char="•"/>
            </a:pPr>
            <a:r>
              <a:rPr lang="en-GB" sz="1200"/>
              <a:t>#</a:t>
            </a:r>
            <a:r>
              <a:rPr lang="en-GB" sz="1200" b="1"/>
              <a:t>20</a:t>
            </a:r>
            <a:r>
              <a:rPr lang="en-GB" sz="1200"/>
              <a:t> scenarios are able to cover </a:t>
            </a:r>
            <a:r>
              <a:rPr lang="en-GB" sz="1200" b="1"/>
              <a:t># </a:t>
            </a:r>
            <a:r>
              <a:rPr lang="tr-TR" sz="1200" b="1"/>
              <a:t>21</a:t>
            </a:r>
            <a:r>
              <a:rPr lang="en-GB" sz="1200" b="1"/>
              <a:t> Group RTs applicable to UCB CZ and</a:t>
            </a:r>
            <a:r>
              <a:rPr lang="en-GB" sz="1200"/>
              <a:t> </a:t>
            </a:r>
            <a:r>
              <a:rPr lang="en-GB" sz="1200" b="1"/>
              <a:t>#</a:t>
            </a:r>
            <a:r>
              <a:rPr lang="tr-TR" sz="1200" b="1"/>
              <a:t>2</a:t>
            </a:r>
            <a:r>
              <a:rPr lang="en-GB" sz="1200" b="1"/>
              <a:t> RTs </a:t>
            </a:r>
            <a:r>
              <a:rPr lang="en-GB" sz="1200"/>
              <a:t>can not be covered by Mantas Scenarios </a:t>
            </a:r>
          </a:p>
        </p:txBody>
      </p:sp>
      <p:grpSp>
        <p:nvGrpSpPr>
          <p:cNvPr id="12" name="Group 11">
            <a:extLst>
              <a:ext uri="{FF2B5EF4-FFF2-40B4-BE49-F238E27FC236}">
                <a16:creationId xmlns:a16="http://schemas.microsoft.com/office/drawing/2014/main" id="{D8601AE9-28DE-C8CA-5208-2932D4303CE3}"/>
              </a:ext>
            </a:extLst>
          </p:cNvPr>
          <p:cNvGrpSpPr/>
          <p:nvPr/>
        </p:nvGrpSpPr>
        <p:grpSpPr>
          <a:xfrm>
            <a:off x="11320076" y="674825"/>
            <a:ext cx="627008" cy="637730"/>
            <a:chOff x="11320076" y="674825"/>
            <a:chExt cx="627008" cy="637730"/>
          </a:xfrm>
        </p:grpSpPr>
        <p:sp>
          <p:nvSpPr>
            <p:cNvPr id="20" name="Rectangle 19">
              <a:extLst>
                <a:ext uri="{FF2B5EF4-FFF2-40B4-BE49-F238E27FC236}">
                  <a16:creationId xmlns:a16="http://schemas.microsoft.com/office/drawing/2014/main" id="{74D558A3-862E-42E4-B4B2-217FA4F64E27}"/>
                </a:ext>
              </a:extLst>
            </p:cNvPr>
            <p:cNvSpPr/>
            <p:nvPr/>
          </p:nvSpPr>
          <p:spPr>
            <a:xfrm>
              <a:off x="11327832" y="1025226"/>
              <a:ext cx="544043" cy="131106"/>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Partial</a:t>
              </a:r>
              <a:endParaRPr lang="it-IT" sz="800" baseline="30000">
                <a:solidFill>
                  <a:schemeClr val="tx1"/>
                </a:solidFill>
                <a:latin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277A2B29-0544-7F81-8961-4D2865D43138}"/>
                </a:ext>
              </a:extLst>
            </p:cNvPr>
            <p:cNvSpPr/>
            <p:nvPr/>
          </p:nvSpPr>
          <p:spPr>
            <a:xfrm>
              <a:off x="11327832" y="879791"/>
              <a:ext cx="544042" cy="131106"/>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Full</a:t>
              </a:r>
              <a:endParaRPr lang="it-IT" sz="800" baseline="30000">
                <a:solidFill>
                  <a:schemeClr val="tx1"/>
                </a:solidFill>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2FD17E16-96BB-78B2-13D3-674BBC9ADB03}"/>
                </a:ext>
              </a:extLst>
            </p:cNvPr>
            <p:cNvSpPr txBox="1"/>
            <p:nvPr/>
          </p:nvSpPr>
          <p:spPr>
            <a:xfrm>
              <a:off x="11320076" y="674825"/>
              <a:ext cx="627008" cy="246221"/>
            </a:xfrm>
            <a:prstGeom prst="rect">
              <a:avLst/>
            </a:prstGeom>
            <a:noFill/>
          </p:spPr>
          <p:txBody>
            <a:bodyPr wrap="square" rtlCol="0">
              <a:spAutoFit/>
            </a:bodyPr>
            <a:lstStyle/>
            <a:p>
              <a:r>
                <a:rPr lang="en-US" sz="1000" b="1">
                  <a:solidFill>
                    <a:schemeClr val="tx1"/>
                  </a:solidFill>
                  <a:latin typeface="Calibri" panose="020F0502020204030204" pitchFamily="34" charset="0"/>
                  <a:ea typeface="Calibri" panose="020F0502020204030204" pitchFamily="34" charset="0"/>
                  <a:cs typeface="Calibri" panose="020F0502020204030204" pitchFamily="34" charset="0"/>
                </a:rPr>
                <a:t>Legend</a:t>
              </a:r>
              <a:endParaRPr lang="it-IT" sz="1000" b="1"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4079AB5A-38D5-2023-B026-C85D0FAF8C96}"/>
                </a:ext>
              </a:extLst>
            </p:cNvPr>
            <p:cNvSpPr/>
            <p:nvPr/>
          </p:nvSpPr>
          <p:spPr>
            <a:xfrm>
              <a:off x="11327832" y="1181449"/>
              <a:ext cx="544042" cy="131106"/>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Null</a:t>
              </a:r>
            </a:p>
          </p:txBody>
        </p:sp>
      </p:grpSp>
      <p:sp>
        <p:nvSpPr>
          <p:cNvPr id="41" name="Rectangle 40">
            <a:extLst>
              <a:ext uri="{FF2B5EF4-FFF2-40B4-BE49-F238E27FC236}">
                <a16:creationId xmlns:a16="http://schemas.microsoft.com/office/drawing/2014/main" id="{CDBCA53D-CB50-41E3-8F07-1E79C1726AB4}"/>
              </a:ext>
            </a:extLst>
          </p:cNvPr>
          <p:cNvSpPr/>
          <p:nvPr/>
        </p:nvSpPr>
        <p:spPr>
          <a:xfrm>
            <a:off x="337140" y="4414341"/>
            <a:ext cx="11488934" cy="1098776"/>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42" name="Rectangle 41">
            <a:extLst>
              <a:ext uri="{FF2B5EF4-FFF2-40B4-BE49-F238E27FC236}">
                <a16:creationId xmlns:a16="http://schemas.microsoft.com/office/drawing/2014/main" id="{2A9BF9E2-BCBB-48F1-82AC-E86BB07AB58D}"/>
              </a:ext>
            </a:extLst>
          </p:cNvPr>
          <p:cNvSpPr/>
          <p:nvPr/>
        </p:nvSpPr>
        <p:spPr>
          <a:xfrm>
            <a:off x="331884" y="4413880"/>
            <a:ext cx="3230951" cy="1098776"/>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16. An originator/beneficiary sends/receives many transactions in small amounts just below reporting thresholds ( cash included) </a:t>
            </a:r>
          </a:p>
        </p:txBody>
      </p:sp>
      <p:sp>
        <p:nvSpPr>
          <p:cNvPr id="44" name="Rectangle 43">
            <a:extLst>
              <a:ext uri="{FF2B5EF4-FFF2-40B4-BE49-F238E27FC236}">
                <a16:creationId xmlns:a16="http://schemas.microsoft.com/office/drawing/2014/main" id="{672D040A-D98B-44A3-8862-CCEB000AF1D4}"/>
              </a:ext>
            </a:extLst>
          </p:cNvPr>
          <p:cNvSpPr/>
          <p:nvPr/>
        </p:nvSpPr>
        <p:spPr>
          <a:xfrm>
            <a:off x="3562835" y="4422474"/>
            <a:ext cx="2048919" cy="33359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6.3 Structuring: Avoidance of Reporting Thresholds</a:t>
            </a:r>
          </a:p>
        </p:txBody>
      </p:sp>
      <p:sp>
        <p:nvSpPr>
          <p:cNvPr id="46" name="Rectangle 45">
            <a:extLst>
              <a:ext uri="{FF2B5EF4-FFF2-40B4-BE49-F238E27FC236}">
                <a16:creationId xmlns:a16="http://schemas.microsoft.com/office/drawing/2014/main" id="{ECC17555-F46D-461B-9D54-B9F1C01D54C6}"/>
              </a:ext>
            </a:extLst>
          </p:cNvPr>
          <p:cNvSpPr/>
          <p:nvPr/>
        </p:nvSpPr>
        <p:spPr>
          <a:xfrm>
            <a:off x="3562835" y="4756073"/>
            <a:ext cx="2048919" cy="756583"/>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structuring monitoring is limited to Cash and Money Instruments</a:t>
            </a:r>
          </a:p>
        </p:txBody>
      </p:sp>
      <p:sp>
        <p:nvSpPr>
          <p:cNvPr id="47" name="Rectangle 46">
            <a:extLst>
              <a:ext uri="{FF2B5EF4-FFF2-40B4-BE49-F238E27FC236}">
                <a16:creationId xmlns:a16="http://schemas.microsoft.com/office/drawing/2014/main" id="{C0DD66C4-BBDA-4927-B501-6FA9F8425B20}"/>
              </a:ext>
            </a:extLst>
          </p:cNvPr>
          <p:cNvSpPr/>
          <p:nvPr/>
        </p:nvSpPr>
        <p:spPr>
          <a:xfrm>
            <a:off x="10477426" y="4417300"/>
            <a:ext cx="1348648" cy="1095356"/>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Tree>
    <p:extLst>
      <p:ext uri="{BB962C8B-B14F-4D97-AF65-F5344CB8AC3E}">
        <p14:creationId xmlns:p14="http://schemas.microsoft.com/office/powerpoint/2010/main" val="1922553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30DE46F-9709-9D82-7A2F-C8CAAF8E91CD}"/>
              </a:ext>
            </a:extLst>
          </p:cNvPr>
          <p:cNvSpPr/>
          <p:nvPr/>
        </p:nvSpPr>
        <p:spPr>
          <a:xfrm>
            <a:off x="361445" y="3435467"/>
            <a:ext cx="11488934" cy="1136207"/>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185" name="TextBox 184">
            <a:extLst>
              <a:ext uri="{FF2B5EF4-FFF2-40B4-BE49-F238E27FC236}">
                <a16:creationId xmlns:a16="http://schemas.microsoft.com/office/drawing/2014/main" id="{8815DBE0-85F3-764F-C798-72C17C25E70F}"/>
              </a:ext>
            </a:extLst>
          </p:cNvPr>
          <p:cNvSpPr txBox="1"/>
          <p:nvPr/>
        </p:nvSpPr>
        <p:spPr>
          <a:xfrm>
            <a:off x="339263" y="1581648"/>
            <a:ext cx="271007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Group Risk Typologies</a:t>
            </a:r>
            <a:endParaRPr lang="en-US" sz="1000" spc="-4">
              <a:solidFill>
                <a:srgbClr val="FF0000"/>
              </a:solidFill>
              <a:latin typeface="Calibri" panose="020F0502020204030204" pitchFamily="34" charset="0"/>
              <a:cs typeface="Calibri" panose="020F0502020204030204" pitchFamily="34" charset="0"/>
            </a:endParaRPr>
          </a:p>
        </p:txBody>
      </p:sp>
      <p:sp>
        <p:nvSpPr>
          <p:cNvPr id="186" name="TextBox 185">
            <a:extLst>
              <a:ext uri="{FF2B5EF4-FFF2-40B4-BE49-F238E27FC236}">
                <a16:creationId xmlns:a16="http://schemas.microsoft.com/office/drawing/2014/main" id="{7857F39F-E3F9-D998-6C3A-EC3EEDEF0B91}"/>
              </a:ext>
            </a:extLst>
          </p:cNvPr>
          <p:cNvSpPr txBox="1"/>
          <p:nvPr/>
        </p:nvSpPr>
        <p:spPr>
          <a:xfrm>
            <a:off x="5179480" y="1585621"/>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Mantas Scenarios</a:t>
            </a:r>
            <a:endParaRPr lang="en-US" sz="1000" spc="-4">
              <a:solidFill>
                <a:srgbClr val="FF0000"/>
              </a:solidFill>
              <a:latin typeface="Calibri" panose="020F0502020204030204" pitchFamily="34" charset="0"/>
              <a:cs typeface="Calibri" panose="020F0502020204030204" pitchFamily="34" charset="0"/>
            </a:endParaRPr>
          </a:p>
        </p:txBody>
      </p:sp>
      <p:cxnSp>
        <p:nvCxnSpPr>
          <p:cNvPr id="190" name="Straight Connector 189">
            <a:extLst>
              <a:ext uri="{FF2B5EF4-FFF2-40B4-BE49-F238E27FC236}">
                <a16:creationId xmlns:a16="http://schemas.microsoft.com/office/drawing/2014/main" id="{8AF27454-80F1-DC26-D068-309C3EBC2894}"/>
              </a:ext>
            </a:extLst>
          </p:cNvPr>
          <p:cNvCxnSpPr>
            <a:cxnSpLocks/>
          </p:cNvCxnSpPr>
          <p:nvPr/>
        </p:nvCxnSpPr>
        <p:spPr>
          <a:xfrm>
            <a:off x="339262" y="1816131"/>
            <a:ext cx="1144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1" name="TextBox 210">
            <a:extLst>
              <a:ext uri="{FF2B5EF4-FFF2-40B4-BE49-F238E27FC236}">
                <a16:creationId xmlns:a16="http://schemas.microsoft.com/office/drawing/2014/main" id="{37E0C511-CE8F-A024-6C24-9C5114CE2C99}"/>
              </a:ext>
            </a:extLst>
          </p:cNvPr>
          <p:cNvSpPr txBox="1"/>
          <p:nvPr/>
        </p:nvSpPr>
        <p:spPr>
          <a:xfrm>
            <a:off x="10477426" y="1548987"/>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Final level of coverage</a:t>
            </a:r>
            <a:endParaRPr lang="en-US" sz="1000" spc="-4">
              <a:solidFill>
                <a:srgbClr val="FF000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DE377D78-A3F0-7D0C-92DD-47B50874E88B}"/>
              </a:ext>
            </a:extLst>
          </p:cNvPr>
          <p:cNvSpPr>
            <a:spLocks noGrp="1"/>
          </p:cNvSpPr>
          <p:nvPr>
            <p:ph type="body" sz="quarter" idx="11"/>
          </p:nvPr>
        </p:nvSpPr>
        <p:spPr>
          <a:xfrm>
            <a:off x="304789" y="-23304"/>
            <a:ext cx="11379200" cy="669235"/>
          </a:xfrm>
        </p:spPr>
        <p:txBody>
          <a:bodyPr tIns="182880" anchor="t" anchorCtr="0"/>
          <a:lstStyle/>
          <a:p>
            <a:r>
              <a:rPr lang="en-US">
                <a:latin typeface="Calibri" panose="020F0502020204030204" pitchFamily="34" charset="0"/>
                <a:cs typeface="Calibri" panose="020F0502020204030204" pitchFamily="34" charset="0"/>
              </a:rPr>
              <a:t>RCA – Summary of Mantas Scenarios </a:t>
            </a:r>
          </a:p>
          <a:p>
            <a:r>
              <a:rPr lang="en-US">
                <a:latin typeface="Calibri" panose="020F0502020204030204" pitchFamily="34" charset="0"/>
                <a:cs typeface="Calibri" panose="020F0502020204030204" pitchFamily="34" charset="0"/>
              </a:rPr>
              <a:t>Full coverage 3/3</a:t>
            </a:r>
            <a:endParaRPr lang="en-GB">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7FFAEB7F-9922-69B0-697F-028D7435A148}"/>
              </a:ext>
            </a:extLst>
          </p:cNvPr>
          <p:cNvSpPr/>
          <p:nvPr/>
        </p:nvSpPr>
        <p:spPr>
          <a:xfrm>
            <a:off x="344517" y="1916296"/>
            <a:ext cx="11488934" cy="740324"/>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58D2F869-7CE1-9179-0E5E-B1CDC0FFB4E2}"/>
              </a:ext>
            </a:extLst>
          </p:cNvPr>
          <p:cNvSpPr/>
          <p:nvPr/>
        </p:nvSpPr>
        <p:spPr>
          <a:xfrm>
            <a:off x="339261" y="1915835"/>
            <a:ext cx="3424216" cy="740738"/>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18. Account Velocity -  Funds/Financial products are transferred in and out of the account in a short period and with similar amount with the aim of hiding the illicit origin of funds. This behavior usually involves low balance accounts</a:t>
            </a:r>
          </a:p>
        </p:txBody>
      </p:sp>
      <p:sp>
        <p:nvSpPr>
          <p:cNvPr id="4" name="Rectangle 3">
            <a:extLst>
              <a:ext uri="{FF2B5EF4-FFF2-40B4-BE49-F238E27FC236}">
                <a16:creationId xmlns:a16="http://schemas.microsoft.com/office/drawing/2014/main" id="{FAB1D09C-7E59-8F79-3952-5A00BD611781}"/>
              </a:ext>
            </a:extLst>
          </p:cNvPr>
          <p:cNvSpPr/>
          <p:nvPr/>
        </p:nvSpPr>
        <p:spPr>
          <a:xfrm>
            <a:off x="3763477" y="1918901"/>
            <a:ext cx="2194561" cy="737672"/>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5.7 “Rapid Movement of Funds – All activity”. </a:t>
            </a:r>
          </a:p>
        </p:txBody>
      </p:sp>
      <p:sp>
        <p:nvSpPr>
          <p:cNvPr id="9" name="Rectangle 8">
            <a:extLst>
              <a:ext uri="{FF2B5EF4-FFF2-40B4-BE49-F238E27FC236}">
                <a16:creationId xmlns:a16="http://schemas.microsoft.com/office/drawing/2014/main" id="{35746E35-728E-BB59-8B68-52E7750EF7A9}"/>
              </a:ext>
            </a:extLst>
          </p:cNvPr>
          <p:cNvSpPr/>
          <p:nvPr/>
        </p:nvSpPr>
        <p:spPr>
          <a:xfrm>
            <a:off x="10484803" y="1919254"/>
            <a:ext cx="1348648" cy="69002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0" name="Rectangle 9">
            <a:extLst>
              <a:ext uri="{FF2B5EF4-FFF2-40B4-BE49-F238E27FC236}">
                <a16:creationId xmlns:a16="http://schemas.microsoft.com/office/drawing/2014/main" id="{3E76A069-71D5-5F4E-C4CC-210AE97A41E6}"/>
              </a:ext>
            </a:extLst>
          </p:cNvPr>
          <p:cNvSpPr/>
          <p:nvPr/>
        </p:nvSpPr>
        <p:spPr>
          <a:xfrm>
            <a:off x="346638" y="2754455"/>
            <a:ext cx="11488934" cy="668078"/>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503F34F0-A83E-C08A-CDCF-2420728E68CE}"/>
              </a:ext>
            </a:extLst>
          </p:cNvPr>
          <p:cNvSpPr/>
          <p:nvPr/>
        </p:nvSpPr>
        <p:spPr>
          <a:xfrm>
            <a:off x="348759" y="2778179"/>
            <a:ext cx="3407538" cy="650821"/>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19. Funneling - Multiple transactions between multiple originators/beneficiaries and Customer or multiple Customer Transactions with same Originator / Beneficiary</a:t>
            </a:r>
          </a:p>
        </p:txBody>
      </p:sp>
      <p:sp>
        <p:nvSpPr>
          <p:cNvPr id="12" name="Rectangle 11">
            <a:extLst>
              <a:ext uri="{FF2B5EF4-FFF2-40B4-BE49-F238E27FC236}">
                <a16:creationId xmlns:a16="http://schemas.microsoft.com/office/drawing/2014/main" id="{0B09EEA0-8D77-2438-4C12-08B118E6D919}"/>
              </a:ext>
            </a:extLst>
          </p:cNvPr>
          <p:cNvSpPr/>
          <p:nvPr/>
        </p:nvSpPr>
        <p:spPr>
          <a:xfrm>
            <a:off x="3763673" y="2755207"/>
            <a:ext cx="2194365" cy="673793"/>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5.18 “Hub and spoke”</a:t>
            </a:r>
          </a:p>
        </p:txBody>
      </p:sp>
      <p:sp>
        <p:nvSpPr>
          <p:cNvPr id="13" name="Rectangle 12">
            <a:extLst>
              <a:ext uri="{FF2B5EF4-FFF2-40B4-BE49-F238E27FC236}">
                <a16:creationId xmlns:a16="http://schemas.microsoft.com/office/drawing/2014/main" id="{431EC7E7-F272-6D01-3B02-10F87704E8DB}"/>
              </a:ext>
            </a:extLst>
          </p:cNvPr>
          <p:cNvSpPr/>
          <p:nvPr/>
        </p:nvSpPr>
        <p:spPr>
          <a:xfrm>
            <a:off x="10484802" y="2778915"/>
            <a:ext cx="1358146" cy="643617"/>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grpSp>
        <p:nvGrpSpPr>
          <p:cNvPr id="7" name="Group 6">
            <a:extLst>
              <a:ext uri="{FF2B5EF4-FFF2-40B4-BE49-F238E27FC236}">
                <a16:creationId xmlns:a16="http://schemas.microsoft.com/office/drawing/2014/main" id="{8F73F6BD-764B-0DE5-CB54-EBB01C393FDB}"/>
              </a:ext>
            </a:extLst>
          </p:cNvPr>
          <p:cNvGrpSpPr/>
          <p:nvPr/>
        </p:nvGrpSpPr>
        <p:grpSpPr>
          <a:xfrm>
            <a:off x="11320076" y="674825"/>
            <a:ext cx="627008" cy="637730"/>
            <a:chOff x="11320076" y="674825"/>
            <a:chExt cx="627008" cy="637730"/>
          </a:xfrm>
        </p:grpSpPr>
        <p:sp>
          <p:nvSpPr>
            <p:cNvPr id="8" name="Rectangle 7">
              <a:extLst>
                <a:ext uri="{FF2B5EF4-FFF2-40B4-BE49-F238E27FC236}">
                  <a16:creationId xmlns:a16="http://schemas.microsoft.com/office/drawing/2014/main" id="{E047C0A1-ADEE-07A0-78C2-C35A7AFB7C56}"/>
                </a:ext>
              </a:extLst>
            </p:cNvPr>
            <p:cNvSpPr/>
            <p:nvPr/>
          </p:nvSpPr>
          <p:spPr>
            <a:xfrm>
              <a:off x="11327832" y="1025226"/>
              <a:ext cx="544043" cy="131106"/>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Partial</a:t>
              </a:r>
              <a:endParaRPr lang="it-IT" sz="800" baseline="30000">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6EB24348-CE9D-0A9D-9717-CCD0A334B59A}"/>
                </a:ext>
              </a:extLst>
            </p:cNvPr>
            <p:cNvSpPr/>
            <p:nvPr/>
          </p:nvSpPr>
          <p:spPr>
            <a:xfrm>
              <a:off x="11327832" y="879791"/>
              <a:ext cx="544042" cy="131106"/>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Full</a:t>
              </a:r>
              <a:endParaRPr lang="it-IT" sz="800" baseline="30000">
                <a:solidFill>
                  <a:schemeClr val="tx1"/>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84D24031-9D57-7FF1-B415-31CCF6F26D4A}"/>
                </a:ext>
              </a:extLst>
            </p:cNvPr>
            <p:cNvSpPr txBox="1"/>
            <p:nvPr/>
          </p:nvSpPr>
          <p:spPr>
            <a:xfrm>
              <a:off x="11320076" y="674825"/>
              <a:ext cx="627008" cy="246221"/>
            </a:xfrm>
            <a:prstGeom prst="rect">
              <a:avLst/>
            </a:prstGeom>
            <a:noFill/>
          </p:spPr>
          <p:txBody>
            <a:bodyPr wrap="square" rtlCol="0">
              <a:spAutoFit/>
            </a:bodyPr>
            <a:lstStyle/>
            <a:p>
              <a:r>
                <a:rPr lang="en-US" sz="1000" b="1">
                  <a:solidFill>
                    <a:schemeClr val="tx1"/>
                  </a:solidFill>
                  <a:latin typeface="Calibri" panose="020F0502020204030204" pitchFamily="34" charset="0"/>
                  <a:ea typeface="Calibri" panose="020F0502020204030204" pitchFamily="34" charset="0"/>
                  <a:cs typeface="Calibri" panose="020F0502020204030204" pitchFamily="34" charset="0"/>
                </a:rPr>
                <a:t>Legend</a:t>
              </a:r>
              <a:endParaRPr lang="it-IT" sz="1000" b="1"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1FF7CC45-F5E1-46CE-D193-417B9CF140B7}"/>
                </a:ext>
              </a:extLst>
            </p:cNvPr>
            <p:cNvSpPr/>
            <p:nvPr/>
          </p:nvSpPr>
          <p:spPr>
            <a:xfrm>
              <a:off x="11327832" y="1181449"/>
              <a:ext cx="544042" cy="131106"/>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Null</a:t>
              </a:r>
            </a:p>
          </p:txBody>
        </p:sp>
      </p:grpSp>
      <p:sp>
        <p:nvSpPr>
          <p:cNvPr id="6" name="TextBox 5">
            <a:extLst>
              <a:ext uri="{FF2B5EF4-FFF2-40B4-BE49-F238E27FC236}">
                <a16:creationId xmlns:a16="http://schemas.microsoft.com/office/drawing/2014/main" id="{3F3E75BB-59C7-14C1-3599-BCAACEDA3449}"/>
              </a:ext>
            </a:extLst>
          </p:cNvPr>
          <p:cNvSpPr txBox="1"/>
          <p:nvPr/>
        </p:nvSpPr>
        <p:spPr>
          <a:xfrm>
            <a:off x="175902" y="840869"/>
            <a:ext cx="11086922" cy="592875"/>
          </a:xfrm>
          <a:prstGeom prst="rect">
            <a:avLst/>
          </a:prstGeom>
          <a:solidFill>
            <a:schemeClr val="bg1">
              <a:lumMod val="85000"/>
            </a:schemeClr>
          </a:solid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85725" indent="-85725" algn="just">
              <a:spcAft>
                <a:spcPts val="600"/>
              </a:spcAft>
              <a:buClr>
                <a:srgbClr val="0737A3"/>
              </a:buClr>
              <a:buSzPct val="120000"/>
              <a:buFont typeface="Wingdings" panose="05000000000000000000" pitchFamily="2" charset="2"/>
              <a:buChar char="§"/>
              <a:defRPr sz="1000">
                <a:solidFill>
                  <a:srgbClr val="002664"/>
                </a:solidFill>
                <a:latin typeface="Calibri" panose="020F0502020204030204" pitchFamily="34" charset="0"/>
                <a:ea typeface="ＭＳ Ｐゴシック" charset="0"/>
                <a:cs typeface="Calibri" panose="020F0502020204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GB" sz="1200"/>
              <a:t>This slide represents a summary aimed at showing how each scenario contributed in providing coverage to the </a:t>
            </a:r>
            <a:r>
              <a:rPr lang="en-GB" sz="1200" b="1"/>
              <a:t>Group Typologies To be developed </a:t>
            </a:r>
          </a:p>
          <a:p>
            <a:pPr>
              <a:buClr>
                <a:schemeClr val="tx2"/>
              </a:buClr>
              <a:buFont typeface="Arial" panose="020B0604020202020204" pitchFamily="34" charset="0"/>
              <a:buChar char="•"/>
            </a:pPr>
            <a:r>
              <a:rPr lang="en-GB" sz="1200"/>
              <a:t>#</a:t>
            </a:r>
            <a:r>
              <a:rPr lang="en-GB" sz="1200" b="1"/>
              <a:t>20</a:t>
            </a:r>
            <a:r>
              <a:rPr lang="en-GB" sz="1200"/>
              <a:t> scenarios are able to cover </a:t>
            </a:r>
            <a:r>
              <a:rPr lang="en-GB" sz="1200" b="1"/>
              <a:t># </a:t>
            </a:r>
            <a:r>
              <a:rPr lang="tr-TR" sz="1200" b="1"/>
              <a:t>21</a:t>
            </a:r>
            <a:r>
              <a:rPr lang="en-GB" sz="1200" b="1"/>
              <a:t> Group RTs applicable to UCB CZ and</a:t>
            </a:r>
            <a:r>
              <a:rPr lang="en-GB" sz="1200"/>
              <a:t> </a:t>
            </a:r>
            <a:r>
              <a:rPr lang="en-GB" sz="1200" b="1"/>
              <a:t>#</a:t>
            </a:r>
            <a:r>
              <a:rPr lang="tr-TR" sz="1200" b="1"/>
              <a:t>2</a:t>
            </a:r>
            <a:r>
              <a:rPr lang="en-GB" sz="1200" b="1"/>
              <a:t> RTs </a:t>
            </a:r>
            <a:r>
              <a:rPr lang="en-GB" sz="1200"/>
              <a:t>can not be covered by Mantas Scenarios </a:t>
            </a:r>
          </a:p>
        </p:txBody>
      </p:sp>
      <p:sp>
        <p:nvSpPr>
          <p:cNvPr id="31" name="Rectangle 30">
            <a:extLst>
              <a:ext uri="{FF2B5EF4-FFF2-40B4-BE49-F238E27FC236}">
                <a16:creationId xmlns:a16="http://schemas.microsoft.com/office/drawing/2014/main" id="{11E60629-2ACA-E652-87DD-474BE0B8FCF1}"/>
              </a:ext>
            </a:extLst>
          </p:cNvPr>
          <p:cNvSpPr/>
          <p:nvPr/>
        </p:nvSpPr>
        <p:spPr>
          <a:xfrm>
            <a:off x="344279" y="4590212"/>
            <a:ext cx="11506100" cy="1066038"/>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20BA1CB5-0484-E4F7-5566-5D79A31AD0DA}"/>
              </a:ext>
            </a:extLst>
          </p:cNvPr>
          <p:cNvSpPr/>
          <p:nvPr/>
        </p:nvSpPr>
        <p:spPr>
          <a:xfrm>
            <a:off x="336903" y="4622373"/>
            <a:ext cx="3438923" cy="1033876"/>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28. Unusual method / timing of repayment related to a financing transaction  - Cash or third party payment or early repayment in the attempt of place or layer illicit fund</a:t>
            </a:r>
          </a:p>
        </p:txBody>
      </p:sp>
      <p:sp>
        <p:nvSpPr>
          <p:cNvPr id="33" name="Rectangle 32">
            <a:extLst>
              <a:ext uri="{FF2B5EF4-FFF2-40B4-BE49-F238E27FC236}">
                <a16:creationId xmlns:a16="http://schemas.microsoft.com/office/drawing/2014/main" id="{07D2F1AB-C247-1E2E-76B7-6EE3F80085D7}"/>
              </a:ext>
            </a:extLst>
          </p:cNvPr>
          <p:cNvSpPr/>
          <p:nvPr/>
        </p:nvSpPr>
        <p:spPr>
          <a:xfrm>
            <a:off x="3771623" y="4625794"/>
            <a:ext cx="2619435" cy="316937"/>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8.4 “Early Payoff or Paydown of a Credit Product”. </a:t>
            </a:r>
          </a:p>
        </p:txBody>
      </p:sp>
      <p:sp>
        <p:nvSpPr>
          <p:cNvPr id="34" name="Rectangle 33">
            <a:extLst>
              <a:ext uri="{FF2B5EF4-FFF2-40B4-BE49-F238E27FC236}">
                <a16:creationId xmlns:a16="http://schemas.microsoft.com/office/drawing/2014/main" id="{1004A324-34D9-75BA-2D04-3E6B06C8B9A5}"/>
              </a:ext>
            </a:extLst>
          </p:cNvPr>
          <p:cNvSpPr/>
          <p:nvPr/>
        </p:nvSpPr>
        <p:spPr>
          <a:xfrm>
            <a:off x="3780600" y="4956355"/>
            <a:ext cx="2610458" cy="687662"/>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a:t>
            </a:r>
            <a:r>
              <a:rPr lang="en-GB" sz="1000">
                <a:solidFill>
                  <a:srgbClr val="002663"/>
                </a:solidFill>
                <a:latin typeface="Calibri" panose="020F0502020204030204" pitchFamily="34" charset="0"/>
                <a:cs typeface="Calibri" panose="020F0502020204030204" pitchFamily="34" charset="0"/>
              </a:rPr>
              <a:t>monitors loan paydowns or payoffs as X percent of the facilities outstanding amount exceeding a minimum amount.</a:t>
            </a:r>
            <a:endParaRPr lang="en-US" sz="1000">
              <a:solidFill>
                <a:srgbClr val="002663"/>
              </a:solidFill>
              <a:latin typeface="Calibri" panose="020F0502020204030204" pitchFamily="34" charset="0"/>
              <a:cs typeface="Calibri" panose="020F0502020204030204" pitchFamily="34" charset="0"/>
            </a:endParaRPr>
          </a:p>
        </p:txBody>
      </p:sp>
      <p:sp>
        <p:nvSpPr>
          <p:cNvPr id="35" name="Rectangle 34">
            <a:extLst>
              <a:ext uri="{FF2B5EF4-FFF2-40B4-BE49-F238E27FC236}">
                <a16:creationId xmlns:a16="http://schemas.microsoft.com/office/drawing/2014/main" id="{7556927E-C240-4639-246E-0C99CBCEF469}"/>
              </a:ext>
            </a:extLst>
          </p:cNvPr>
          <p:cNvSpPr/>
          <p:nvPr/>
        </p:nvSpPr>
        <p:spPr>
          <a:xfrm>
            <a:off x="6391060" y="4632606"/>
            <a:ext cx="2808333" cy="316937"/>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6.6 Large Reportable Transactions</a:t>
            </a:r>
          </a:p>
        </p:txBody>
      </p:sp>
      <p:sp>
        <p:nvSpPr>
          <p:cNvPr id="36" name="Rectangle 35">
            <a:extLst>
              <a:ext uri="{FF2B5EF4-FFF2-40B4-BE49-F238E27FC236}">
                <a16:creationId xmlns:a16="http://schemas.microsoft.com/office/drawing/2014/main" id="{ED67FF5B-E15B-851E-3946-E0E6E88E0B0F}"/>
              </a:ext>
            </a:extLst>
          </p:cNvPr>
          <p:cNvSpPr/>
          <p:nvPr/>
        </p:nvSpPr>
        <p:spPr>
          <a:xfrm>
            <a:off x="6391059" y="4961776"/>
            <a:ext cx="2808333" cy="694473"/>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a:t>
            </a:r>
            <a:r>
              <a:rPr lang="en-GB" sz="1000">
                <a:solidFill>
                  <a:srgbClr val="002663"/>
                </a:solidFill>
                <a:latin typeface="Calibri" panose="020F0502020204030204" pitchFamily="34" charset="0"/>
                <a:cs typeface="Calibri" panose="020F0502020204030204" pitchFamily="34" charset="0"/>
              </a:rPr>
              <a:t>monitors cash and third-party repayments  of credit products</a:t>
            </a:r>
            <a:endParaRPr lang="en-US" sz="1000">
              <a:solidFill>
                <a:srgbClr val="002663"/>
              </a:solidFill>
              <a:latin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id="{EEB7ADEF-3935-96FF-F861-5F7108779FDC}"/>
              </a:ext>
            </a:extLst>
          </p:cNvPr>
          <p:cNvSpPr/>
          <p:nvPr/>
        </p:nvSpPr>
        <p:spPr>
          <a:xfrm>
            <a:off x="10503174" y="4619951"/>
            <a:ext cx="1347205" cy="103629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20" name="Speech Bubble: Rectangle 19">
            <a:extLst>
              <a:ext uri="{FF2B5EF4-FFF2-40B4-BE49-F238E27FC236}">
                <a16:creationId xmlns:a16="http://schemas.microsoft.com/office/drawing/2014/main" id="{B16854B9-2F87-F4FF-CAE4-FBFE651F8870}"/>
              </a:ext>
            </a:extLst>
          </p:cNvPr>
          <p:cNvSpPr/>
          <p:nvPr/>
        </p:nvSpPr>
        <p:spPr>
          <a:xfrm>
            <a:off x="9330582" y="4711401"/>
            <a:ext cx="1041400" cy="613997"/>
          </a:xfrm>
          <a:prstGeom prst="wedgeRectCallout">
            <a:avLst>
              <a:gd name="adj1" fmla="val 64284"/>
              <a:gd name="adj2" fmla="val 18430"/>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a:solidFill>
                  <a:schemeClr val="tx1"/>
                </a:solidFill>
                <a:latin typeface="UniCredit" panose="02000506040000020004" pitchFamily="2" charset="0"/>
              </a:rPr>
              <a:t>Under investigation the third party</a:t>
            </a:r>
          </a:p>
        </p:txBody>
      </p:sp>
      <p:sp>
        <p:nvSpPr>
          <p:cNvPr id="22" name="Speech Bubble: Rectangle 21">
            <a:extLst>
              <a:ext uri="{FF2B5EF4-FFF2-40B4-BE49-F238E27FC236}">
                <a16:creationId xmlns:a16="http://schemas.microsoft.com/office/drawing/2014/main" id="{A0B4753B-C56D-CA8E-26ED-B5A4EB5FF9E9}"/>
              </a:ext>
            </a:extLst>
          </p:cNvPr>
          <p:cNvSpPr/>
          <p:nvPr/>
        </p:nvSpPr>
        <p:spPr>
          <a:xfrm>
            <a:off x="8558784" y="1995281"/>
            <a:ext cx="1696684" cy="613997"/>
          </a:xfrm>
          <a:prstGeom prst="wedgeRectCallout">
            <a:avLst>
              <a:gd name="adj1" fmla="val 64284"/>
              <a:gd name="adj2" fmla="val 18430"/>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4128" algn="ctr">
              <a:lnSpc>
                <a:spcPts val="1219"/>
              </a:lnSpc>
              <a:spcBef>
                <a:spcPts val="0"/>
              </a:spcBef>
              <a:spcAft>
                <a:spcPts val="0"/>
              </a:spcAft>
              <a:buClr>
                <a:srgbClr val="309283"/>
              </a:buClr>
            </a:pPr>
            <a:r>
              <a:rPr lang="en-US" sz="800">
                <a:solidFill>
                  <a:schemeClr val="tx1"/>
                </a:solidFill>
                <a:latin typeface="UniCredit" panose="02000506040000020004" pitchFamily="2" charset="0"/>
              </a:rPr>
              <a:t>Dependent on separate source codes per transaction type to be defined by Data stream</a:t>
            </a:r>
          </a:p>
        </p:txBody>
      </p:sp>
      <p:sp>
        <p:nvSpPr>
          <p:cNvPr id="17" name="Rectangle 16">
            <a:extLst>
              <a:ext uri="{FF2B5EF4-FFF2-40B4-BE49-F238E27FC236}">
                <a16:creationId xmlns:a16="http://schemas.microsoft.com/office/drawing/2014/main" id="{84CF422E-6DC7-68E0-8F1E-64174652AFEE}"/>
              </a:ext>
            </a:extLst>
          </p:cNvPr>
          <p:cNvSpPr/>
          <p:nvPr/>
        </p:nvSpPr>
        <p:spPr>
          <a:xfrm>
            <a:off x="344277" y="3461161"/>
            <a:ext cx="3407538" cy="1104021"/>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21. Unusual activity in Debit Cards - Cash withdrawal in country of conflict or increased terrorist activity. The aim is the identity concealment</a:t>
            </a:r>
          </a:p>
        </p:txBody>
      </p:sp>
      <p:sp>
        <p:nvSpPr>
          <p:cNvPr id="19" name="Rectangle 18">
            <a:extLst>
              <a:ext uri="{FF2B5EF4-FFF2-40B4-BE49-F238E27FC236}">
                <a16:creationId xmlns:a16="http://schemas.microsoft.com/office/drawing/2014/main" id="{AE326D56-ACA6-1E5A-105B-6C8010696E53}"/>
              </a:ext>
            </a:extLst>
          </p:cNvPr>
          <p:cNvSpPr/>
          <p:nvPr/>
        </p:nvSpPr>
        <p:spPr>
          <a:xfrm>
            <a:off x="3751815" y="3454030"/>
            <a:ext cx="2206223" cy="1104021"/>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3.1 High Risk Geography</a:t>
            </a:r>
          </a:p>
        </p:txBody>
      </p:sp>
      <p:sp>
        <p:nvSpPr>
          <p:cNvPr id="23" name="Rectangle 22">
            <a:extLst>
              <a:ext uri="{FF2B5EF4-FFF2-40B4-BE49-F238E27FC236}">
                <a16:creationId xmlns:a16="http://schemas.microsoft.com/office/drawing/2014/main" id="{FE6B7817-71A0-B411-17F2-D1CD558F806C}"/>
              </a:ext>
            </a:extLst>
          </p:cNvPr>
          <p:cNvSpPr/>
          <p:nvPr/>
        </p:nvSpPr>
        <p:spPr>
          <a:xfrm>
            <a:off x="10484802" y="3479363"/>
            <a:ext cx="1358146" cy="1078688"/>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8" name="Rectangle 17">
            <a:extLst>
              <a:ext uri="{FF2B5EF4-FFF2-40B4-BE49-F238E27FC236}">
                <a16:creationId xmlns:a16="http://schemas.microsoft.com/office/drawing/2014/main" id="{B1D7EED7-A183-288F-5F24-A1EF2CB81EBB}"/>
              </a:ext>
            </a:extLst>
          </p:cNvPr>
          <p:cNvSpPr/>
          <p:nvPr/>
        </p:nvSpPr>
        <p:spPr>
          <a:xfrm>
            <a:off x="346382" y="5637226"/>
            <a:ext cx="11506100" cy="996042"/>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579066B5-7FF8-43D5-985A-3F9FADDA2CBF}"/>
              </a:ext>
            </a:extLst>
          </p:cNvPr>
          <p:cNvSpPr/>
          <p:nvPr/>
        </p:nvSpPr>
        <p:spPr>
          <a:xfrm>
            <a:off x="339336" y="5688410"/>
            <a:ext cx="3432287" cy="944858"/>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36. Unusual activity in securities - Frequent transfer in and/or out of securities between a customer and unrelated party to hide source of funds (layering)</a:t>
            </a:r>
            <a:endParaRPr lang="en-US" sz="1000" strike="sngStrike">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32E21099-ECDE-F68B-D62C-B5CDAC8C304C}"/>
              </a:ext>
            </a:extLst>
          </p:cNvPr>
          <p:cNvSpPr/>
          <p:nvPr/>
        </p:nvSpPr>
        <p:spPr>
          <a:xfrm>
            <a:off x="3786430" y="5691831"/>
            <a:ext cx="2171608" cy="31832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6.6 Large Reportable Transactions</a:t>
            </a:r>
          </a:p>
        </p:txBody>
      </p:sp>
      <p:sp>
        <p:nvSpPr>
          <p:cNvPr id="26" name="Rectangle 25">
            <a:extLst>
              <a:ext uri="{FF2B5EF4-FFF2-40B4-BE49-F238E27FC236}">
                <a16:creationId xmlns:a16="http://schemas.microsoft.com/office/drawing/2014/main" id="{593CF3AD-EBC1-C655-B89E-FF2B3014CED2}"/>
              </a:ext>
            </a:extLst>
          </p:cNvPr>
          <p:cNvSpPr/>
          <p:nvPr/>
        </p:nvSpPr>
        <p:spPr>
          <a:xfrm>
            <a:off x="3778214" y="6024440"/>
            <a:ext cx="2179824" cy="620362"/>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GB" sz="1000">
                <a:solidFill>
                  <a:srgbClr val="002663"/>
                </a:solidFill>
                <a:latin typeface="Calibri" panose="020F0502020204030204" pitchFamily="34" charset="0"/>
                <a:cs typeface="Calibri" panose="020F0502020204030204" pitchFamily="34" charset="0"/>
              </a:rPr>
              <a:t>The scenario examines</a:t>
            </a:r>
            <a:r>
              <a:rPr lang="tr-TR" sz="1000">
                <a:solidFill>
                  <a:srgbClr val="002663"/>
                </a:solidFill>
                <a:latin typeface="Calibri" panose="020F0502020204030204" pitchFamily="34" charset="0"/>
                <a:cs typeface="Calibri" panose="020F0502020204030204" pitchFamily="34" charset="0"/>
              </a:rPr>
              <a:t> large amount of securities transferred and executed in customer accounts to third parties.</a:t>
            </a:r>
            <a:endParaRPr lang="en-US" sz="1000">
              <a:solidFill>
                <a:srgbClr val="002663"/>
              </a:solidFill>
              <a:latin typeface="Calibri" panose="020F0502020204030204" pitchFamily="34" charset="0"/>
              <a:cs typeface="Calibri" panose="020F0502020204030204" pitchFamily="34" charset="0"/>
            </a:endParaRPr>
          </a:p>
        </p:txBody>
      </p:sp>
      <p:sp>
        <p:nvSpPr>
          <p:cNvPr id="38" name="Rectangle 37">
            <a:extLst>
              <a:ext uri="{FF2B5EF4-FFF2-40B4-BE49-F238E27FC236}">
                <a16:creationId xmlns:a16="http://schemas.microsoft.com/office/drawing/2014/main" id="{10CDE2DF-6182-3C4D-E665-E8C0C043AA3D}"/>
              </a:ext>
            </a:extLst>
          </p:cNvPr>
          <p:cNvSpPr/>
          <p:nvPr/>
        </p:nvSpPr>
        <p:spPr>
          <a:xfrm>
            <a:off x="10488367" y="5674788"/>
            <a:ext cx="1347205" cy="958480"/>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Tree>
    <p:extLst>
      <p:ext uri="{BB962C8B-B14F-4D97-AF65-F5344CB8AC3E}">
        <p14:creationId xmlns:p14="http://schemas.microsoft.com/office/powerpoint/2010/main" val="295442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Box 184">
            <a:extLst>
              <a:ext uri="{FF2B5EF4-FFF2-40B4-BE49-F238E27FC236}">
                <a16:creationId xmlns:a16="http://schemas.microsoft.com/office/drawing/2014/main" id="{8815DBE0-85F3-764F-C798-72C17C25E70F}"/>
              </a:ext>
            </a:extLst>
          </p:cNvPr>
          <p:cNvSpPr txBox="1"/>
          <p:nvPr/>
        </p:nvSpPr>
        <p:spPr>
          <a:xfrm>
            <a:off x="339263" y="1420350"/>
            <a:ext cx="2115179" cy="177292"/>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Group Risk Typologies</a:t>
            </a:r>
            <a:endParaRPr lang="en-US" sz="1000" spc="-4">
              <a:solidFill>
                <a:srgbClr val="FF0000"/>
              </a:solidFill>
              <a:latin typeface="Calibri" panose="020F0502020204030204" pitchFamily="34" charset="0"/>
              <a:cs typeface="Calibri" panose="020F0502020204030204" pitchFamily="34" charset="0"/>
            </a:endParaRPr>
          </a:p>
        </p:txBody>
      </p:sp>
      <p:sp>
        <p:nvSpPr>
          <p:cNvPr id="186" name="TextBox 185">
            <a:extLst>
              <a:ext uri="{FF2B5EF4-FFF2-40B4-BE49-F238E27FC236}">
                <a16:creationId xmlns:a16="http://schemas.microsoft.com/office/drawing/2014/main" id="{7857F39F-E3F9-D998-6C3A-EC3EEDEF0B91}"/>
              </a:ext>
            </a:extLst>
          </p:cNvPr>
          <p:cNvSpPr txBox="1"/>
          <p:nvPr/>
        </p:nvSpPr>
        <p:spPr>
          <a:xfrm>
            <a:off x="4419160" y="1424525"/>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Mantas Scenarios</a:t>
            </a:r>
            <a:endParaRPr lang="en-US" sz="1000" spc="-4">
              <a:solidFill>
                <a:srgbClr val="FF0000"/>
              </a:solidFill>
              <a:latin typeface="Calibri" panose="020F0502020204030204" pitchFamily="34" charset="0"/>
              <a:cs typeface="Calibri" panose="020F0502020204030204" pitchFamily="34" charset="0"/>
            </a:endParaRPr>
          </a:p>
        </p:txBody>
      </p:sp>
      <p:cxnSp>
        <p:nvCxnSpPr>
          <p:cNvPr id="190" name="Straight Connector 189">
            <a:extLst>
              <a:ext uri="{FF2B5EF4-FFF2-40B4-BE49-F238E27FC236}">
                <a16:creationId xmlns:a16="http://schemas.microsoft.com/office/drawing/2014/main" id="{8AF27454-80F1-DC26-D068-309C3EBC2894}"/>
              </a:ext>
            </a:extLst>
          </p:cNvPr>
          <p:cNvCxnSpPr>
            <a:cxnSpLocks/>
          </p:cNvCxnSpPr>
          <p:nvPr/>
        </p:nvCxnSpPr>
        <p:spPr>
          <a:xfrm>
            <a:off x="339262" y="1654832"/>
            <a:ext cx="1144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1">
            <a:extLst>
              <a:ext uri="{FF2B5EF4-FFF2-40B4-BE49-F238E27FC236}">
                <a16:creationId xmlns:a16="http://schemas.microsoft.com/office/drawing/2014/main" id="{DE377D78-A3F0-7D0C-92DD-47B50874E88B}"/>
              </a:ext>
            </a:extLst>
          </p:cNvPr>
          <p:cNvSpPr>
            <a:spLocks noGrp="1"/>
          </p:cNvSpPr>
          <p:nvPr>
            <p:ph type="body" sz="quarter" idx="11"/>
          </p:nvPr>
        </p:nvSpPr>
        <p:spPr>
          <a:xfrm>
            <a:off x="304789" y="-23304"/>
            <a:ext cx="11379200" cy="669235"/>
          </a:xfrm>
        </p:spPr>
        <p:txBody>
          <a:bodyPr tIns="182880" anchor="t" anchorCtr="0"/>
          <a:lstStyle/>
          <a:p>
            <a:r>
              <a:rPr lang="en-US">
                <a:latin typeface="Calibri" panose="020F0502020204030204" pitchFamily="34" charset="0"/>
                <a:cs typeface="Calibri" panose="020F0502020204030204" pitchFamily="34" charset="0"/>
              </a:rPr>
              <a:t>RCA – Summary of Mantas Scenarios - Partial or null coverage (1/3)</a:t>
            </a:r>
            <a:endParaRPr lang="en-GB" i="1">
              <a:solidFill>
                <a:srgbClr val="FF0000"/>
              </a:solidFill>
              <a:latin typeface="Calibri" panose="020F0502020204030204" pitchFamily="34" charset="0"/>
              <a:cs typeface="Calibri" panose="020F0502020204030204" pitchFamily="34" charset="0"/>
            </a:endParaRPr>
          </a:p>
        </p:txBody>
      </p:sp>
      <p:grpSp>
        <p:nvGrpSpPr>
          <p:cNvPr id="24" name="Group 23">
            <a:extLst>
              <a:ext uri="{FF2B5EF4-FFF2-40B4-BE49-F238E27FC236}">
                <a16:creationId xmlns:a16="http://schemas.microsoft.com/office/drawing/2014/main" id="{2A83CB84-5E8A-AFF4-5D6F-6DA4941B9D18}"/>
              </a:ext>
            </a:extLst>
          </p:cNvPr>
          <p:cNvGrpSpPr/>
          <p:nvPr/>
        </p:nvGrpSpPr>
        <p:grpSpPr>
          <a:xfrm>
            <a:off x="11320076" y="433525"/>
            <a:ext cx="627008" cy="637730"/>
            <a:chOff x="11320076" y="674825"/>
            <a:chExt cx="627008" cy="637730"/>
          </a:xfrm>
        </p:grpSpPr>
        <p:sp>
          <p:nvSpPr>
            <p:cNvPr id="25" name="Rectangle 24">
              <a:extLst>
                <a:ext uri="{FF2B5EF4-FFF2-40B4-BE49-F238E27FC236}">
                  <a16:creationId xmlns:a16="http://schemas.microsoft.com/office/drawing/2014/main" id="{E72FA1D5-CEAE-C016-4B71-37CEEC6DBA72}"/>
                </a:ext>
              </a:extLst>
            </p:cNvPr>
            <p:cNvSpPr/>
            <p:nvPr/>
          </p:nvSpPr>
          <p:spPr>
            <a:xfrm>
              <a:off x="11327832" y="1025226"/>
              <a:ext cx="544043" cy="131106"/>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Partial</a:t>
              </a:r>
              <a:endParaRPr lang="it-IT" sz="800" baseline="30000">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6986378-A92C-CE51-371D-56003980F765}"/>
                </a:ext>
              </a:extLst>
            </p:cNvPr>
            <p:cNvSpPr/>
            <p:nvPr/>
          </p:nvSpPr>
          <p:spPr>
            <a:xfrm>
              <a:off x="11327832" y="879791"/>
              <a:ext cx="544042" cy="131106"/>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Full</a:t>
              </a:r>
              <a:endParaRPr lang="it-IT" sz="800" baseline="30000">
                <a:solidFill>
                  <a:schemeClr val="tx1"/>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A9B90066-16E5-15B2-E91E-D041E4F67B39}"/>
                </a:ext>
              </a:extLst>
            </p:cNvPr>
            <p:cNvSpPr txBox="1"/>
            <p:nvPr/>
          </p:nvSpPr>
          <p:spPr>
            <a:xfrm>
              <a:off x="11320076" y="674825"/>
              <a:ext cx="627008" cy="246221"/>
            </a:xfrm>
            <a:prstGeom prst="rect">
              <a:avLst/>
            </a:prstGeom>
            <a:noFill/>
          </p:spPr>
          <p:txBody>
            <a:bodyPr wrap="square" rtlCol="0">
              <a:spAutoFit/>
            </a:bodyPr>
            <a:lstStyle/>
            <a:p>
              <a:r>
                <a:rPr lang="en-US" sz="1000" b="1">
                  <a:solidFill>
                    <a:schemeClr val="tx1"/>
                  </a:solidFill>
                  <a:latin typeface="Calibri" panose="020F0502020204030204" pitchFamily="34" charset="0"/>
                  <a:ea typeface="Calibri" panose="020F0502020204030204" pitchFamily="34" charset="0"/>
                  <a:cs typeface="Calibri" panose="020F0502020204030204" pitchFamily="34" charset="0"/>
                </a:rPr>
                <a:t>Legend</a:t>
              </a:r>
              <a:endParaRPr lang="it-IT" sz="1000" b="1"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1175A540-1286-5CF1-A6F8-145A4923323A}"/>
                </a:ext>
              </a:extLst>
            </p:cNvPr>
            <p:cNvSpPr/>
            <p:nvPr/>
          </p:nvSpPr>
          <p:spPr>
            <a:xfrm>
              <a:off x="11327832" y="1181449"/>
              <a:ext cx="544042" cy="131106"/>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Null</a:t>
              </a:r>
            </a:p>
          </p:txBody>
        </p:sp>
      </p:grpSp>
      <p:sp>
        <p:nvSpPr>
          <p:cNvPr id="6" name="TextBox 5">
            <a:extLst>
              <a:ext uri="{FF2B5EF4-FFF2-40B4-BE49-F238E27FC236}">
                <a16:creationId xmlns:a16="http://schemas.microsoft.com/office/drawing/2014/main" id="{75DDE417-CA10-6F7C-9C72-30FE32FF09F3}"/>
              </a:ext>
            </a:extLst>
          </p:cNvPr>
          <p:cNvSpPr txBox="1"/>
          <p:nvPr/>
        </p:nvSpPr>
        <p:spPr>
          <a:xfrm>
            <a:off x="9162524" y="1428694"/>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Residual Risk </a:t>
            </a:r>
            <a:endParaRPr lang="en-US" sz="1000" spc="-4">
              <a:solidFill>
                <a:srgbClr val="FF0000"/>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556EB840-0832-C2F9-BB6F-2D30B8E34381}"/>
              </a:ext>
            </a:extLst>
          </p:cNvPr>
          <p:cNvSpPr txBox="1"/>
          <p:nvPr/>
        </p:nvSpPr>
        <p:spPr>
          <a:xfrm>
            <a:off x="10454752" y="1428694"/>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Proposed Action</a:t>
            </a:r>
            <a:endParaRPr lang="en-US" sz="1000" spc="-4">
              <a:solidFill>
                <a:srgbClr val="FF0000"/>
              </a:solidFill>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E7A71896-2A64-CCFA-A7CC-43FC1B710656}"/>
              </a:ext>
            </a:extLst>
          </p:cNvPr>
          <p:cNvSpPr txBox="1"/>
          <p:nvPr/>
        </p:nvSpPr>
        <p:spPr>
          <a:xfrm>
            <a:off x="7002928" y="1428694"/>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Final level of coverage</a:t>
            </a:r>
            <a:endParaRPr lang="en-US" sz="1000" spc="-4">
              <a:solidFill>
                <a:srgbClr val="FF0000"/>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CDE60CD-9927-DE6D-0653-D15ABC2A926E}"/>
              </a:ext>
            </a:extLst>
          </p:cNvPr>
          <p:cNvSpPr txBox="1"/>
          <p:nvPr/>
        </p:nvSpPr>
        <p:spPr>
          <a:xfrm>
            <a:off x="165700" y="553593"/>
            <a:ext cx="11086922" cy="592875"/>
          </a:xfrm>
          <a:prstGeom prst="rect">
            <a:avLst/>
          </a:prstGeom>
          <a:solidFill>
            <a:schemeClr val="bg1">
              <a:lumMod val="85000"/>
            </a:schemeClr>
          </a:solid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85725" indent="-85725" algn="just">
              <a:spcAft>
                <a:spcPts val="600"/>
              </a:spcAft>
              <a:buClr>
                <a:srgbClr val="0737A3"/>
              </a:buClr>
              <a:buSzPct val="120000"/>
              <a:buFont typeface="Wingdings" panose="05000000000000000000" pitchFamily="2" charset="2"/>
              <a:buChar char="§"/>
              <a:defRPr sz="1000">
                <a:solidFill>
                  <a:srgbClr val="002664"/>
                </a:solidFill>
                <a:latin typeface="Calibri" panose="020F0502020204030204" pitchFamily="34" charset="0"/>
                <a:ea typeface="ＭＳ Ｐゴシック" charset="0"/>
                <a:cs typeface="Calibri" panose="020F0502020204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buClr>
                <a:srgbClr val="002664"/>
              </a:buClr>
              <a:buFont typeface="Arial" panose="020B0604020202020204" pitchFamily="34" charset="0"/>
              <a:buChar char="•"/>
            </a:pPr>
            <a:r>
              <a:rPr lang="en-GB" sz="1200"/>
              <a:t>This slide represents a summary aimed at showing how each scenario contributed in providing coverage to the </a:t>
            </a:r>
            <a:r>
              <a:rPr lang="en-GB" sz="1200" b="1"/>
              <a:t>Group Typologies </a:t>
            </a:r>
            <a:r>
              <a:rPr lang="tr-TR" sz="1200" b="1"/>
              <a:t>t</a:t>
            </a:r>
            <a:r>
              <a:rPr lang="en-GB" sz="1200" b="1"/>
              <a:t>o be developed </a:t>
            </a:r>
          </a:p>
          <a:p>
            <a:pPr>
              <a:buClr>
                <a:schemeClr val="tx2"/>
              </a:buClr>
              <a:buFont typeface="Arial" panose="020B0604020202020204" pitchFamily="34" charset="0"/>
              <a:buChar char="•"/>
            </a:pPr>
            <a:r>
              <a:rPr lang="en-GB" sz="1200"/>
              <a:t>#</a:t>
            </a:r>
            <a:r>
              <a:rPr lang="en-GB" sz="1200" b="1"/>
              <a:t>20</a:t>
            </a:r>
            <a:r>
              <a:rPr lang="en-GB" sz="1200"/>
              <a:t> scenarios are able to cover </a:t>
            </a:r>
            <a:r>
              <a:rPr lang="en-GB" sz="1200" b="1"/>
              <a:t># </a:t>
            </a:r>
            <a:r>
              <a:rPr lang="tr-TR" sz="1200" b="1"/>
              <a:t>21</a:t>
            </a:r>
            <a:r>
              <a:rPr lang="en-GB" sz="1200" b="1"/>
              <a:t> Group RTs applicable to UCB CZ and</a:t>
            </a:r>
            <a:r>
              <a:rPr lang="en-GB" sz="1200"/>
              <a:t> </a:t>
            </a:r>
            <a:r>
              <a:rPr lang="en-GB" sz="1200" b="1"/>
              <a:t>#</a:t>
            </a:r>
            <a:r>
              <a:rPr lang="tr-TR" sz="1200" b="1"/>
              <a:t>2</a:t>
            </a:r>
            <a:r>
              <a:rPr lang="en-GB" sz="1200" b="1"/>
              <a:t> RTs </a:t>
            </a:r>
            <a:r>
              <a:rPr lang="en-GB" sz="1200"/>
              <a:t>can not be covered by Mantas Scenarios </a:t>
            </a:r>
          </a:p>
        </p:txBody>
      </p:sp>
      <p:sp>
        <p:nvSpPr>
          <p:cNvPr id="42" name="Rectangle 41">
            <a:extLst>
              <a:ext uri="{FF2B5EF4-FFF2-40B4-BE49-F238E27FC236}">
                <a16:creationId xmlns:a16="http://schemas.microsoft.com/office/drawing/2014/main" id="{BCB0E9D3-5297-1A8A-A8DB-BFEACE26E63F}"/>
              </a:ext>
            </a:extLst>
          </p:cNvPr>
          <p:cNvSpPr/>
          <p:nvPr/>
        </p:nvSpPr>
        <p:spPr>
          <a:xfrm>
            <a:off x="346733" y="1694259"/>
            <a:ext cx="11446991" cy="1771703"/>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F7D5B8CA-5AC7-97F7-C869-B0DF75E7C700}"/>
              </a:ext>
            </a:extLst>
          </p:cNvPr>
          <p:cNvSpPr/>
          <p:nvPr/>
        </p:nvSpPr>
        <p:spPr>
          <a:xfrm>
            <a:off x="339262" y="1697656"/>
            <a:ext cx="1855298" cy="1775119"/>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13. Deviation between customer's current and/or past (expected) behavior</a:t>
            </a:r>
          </a:p>
        </p:txBody>
      </p:sp>
      <p:sp>
        <p:nvSpPr>
          <p:cNvPr id="44" name="Rectangle 43">
            <a:extLst>
              <a:ext uri="{FF2B5EF4-FFF2-40B4-BE49-F238E27FC236}">
                <a16:creationId xmlns:a16="http://schemas.microsoft.com/office/drawing/2014/main" id="{E57DE042-06BA-9104-00F0-AE9493EE197C}"/>
              </a:ext>
            </a:extLst>
          </p:cNvPr>
          <p:cNvSpPr/>
          <p:nvPr/>
        </p:nvSpPr>
        <p:spPr>
          <a:xfrm>
            <a:off x="2202926" y="1704813"/>
            <a:ext cx="1855298" cy="378241"/>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5.1 CIB: Significant Change from Previous Average Activity</a:t>
            </a:r>
          </a:p>
        </p:txBody>
      </p:sp>
      <p:sp>
        <p:nvSpPr>
          <p:cNvPr id="45" name="Rectangle 44">
            <a:extLst>
              <a:ext uri="{FF2B5EF4-FFF2-40B4-BE49-F238E27FC236}">
                <a16:creationId xmlns:a16="http://schemas.microsoft.com/office/drawing/2014/main" id="{0EEAC52F-F377-E3C0-E0C4-5D1D5403187A}"/>
              </a:ext>
            </a:extLst>
          </p:cNvPr>
          <p:cNvSpPr/>
          <p:nvPr/>
        </p:nvSpPr>
        <p:spPr>
          <a:xfrm>
            <a:off x="7499857" y="2109935"/>
            <a:ext cx="1605516" cy="1391651"/>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scenarios  does not monitor new accounts on existing customers</a:t>
            </a:r>
          </a:p>
        </p:txBody>
      </p:sp>
      <p:sp>
        <p:nvSpPr>
          <p:cNvPr id="46" name="Rectangle 45">
            <a:extLst>
              <a:ext uri="{FF2B5EF4-FFF2-40B4-BE49-F238E27FC236}">
                <a16:creationId xmlns:a16="http://schemas.microsoft.com/office/drawing/2014/main" id="{4DE35ED6-6AFA-5D94-C221-B79E192429B5}"/>
              </a:ext>
            </a:extLst>
          </p:cNvPr>
          <p:cNvSpPr/>
          <p:nvPr/>
        </p:nvSpPr>
        <p:spPr>
          <a:xfrm>
            <a:off x="9105373" y="1705003"/>
            <a:ext cx="1457103" cy="1760959"/>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ACCEPTABLE: existing customers have a history of transaction activities, monitored through different scenarios. Thus, the risk would be limited</a:t>
            </a:r>
          </a:p>
          <a:p>
            <a:pPr marR="4128">
              <a:lnSpc>
                <a:spcPts val="1219"/>
              </a:lnSpc>
              <a:spcBef>
                <a:spcPts val="0"/>
              </a:spcBef>
              <a:spcAft>
                <a:spcPts val="0"/>
              </a:spcAft>
              <a:buClr>
                <a:srgbClr val="309283"/>
              </a:buClr>
            </a:pPr>
            <a:endParaRPr lang="en-US" sz="1000">
              <a:solidFill>
                <a:srgbClr val="002663"/>
              </a:solidFill>
              <a:latin typeface="Calibri" panose="020F0502020204030204" pitchFamily="34" charset="0"/>
              <a:cs typeface="Calibri" panose="020F0502020204030204" pitchFamily="34" charset="0"/>
            </a:endParaRPr>
          </a:p>
        </p:txBody>
      </p:sp>
      <p:sp>
        <p:nvSpPr>
          <p:cNvPr id="51" name="Rectangle 50">
            <a:extLst>
              <a:ext uri="{FF2B5EF4-FFF2-40B4-BE49-F238E27FC236}">
                <a16:creationId xmlns:a16="http://schemas.microsoft.com/office/drawing/2014/main" id="{5F2D85EE-7934-AF73-7B22-786F591917E5}"/>
              </a:ext>
            </a:extLst>
          </p:cNvPr>
          <p:cNvSpPr/>
          <p:nvPr/>
        </p:nvSpPr>
        <p:spPr>
          <a:xfrm>
            <a:off x="10595512" y="1692348"/>
            <a:ext cx="1231247" cy="1760959"/>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Nothing to report</a:t>
            </a:r>
          </a:p>
          <a:p>
            <a:pPr marR="4128">
              <a:lnSpc>
                <a:spcPts val="1219"/>
              </a:lnSpc>
              <a:spcBef>
                <a:spcPts val="0"/>
              </a:spcBef>
              <a:spcAft>
                <a:spcPts val="0"/>
              </a:spcAft>
              <a:buClr>
                <a:srgbClr val="309283"/>
              </a:buClr>
            </a:pPr>
            <a:endParaRPr lang="en-US" sz="1000">
              <a:solidFill>
                <a:srgbClr val="002663"/>
              </a:solidFill>
              <a:highlight>
                <a:srgbClr val="FFFF00"/>
              </a:highlight>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29A37499-804A-F25E-58D4-FFA0C89856D0}"/>
              </a:ext>
            </a:extLst>
          </p:cNvPr>
          <p:cNvSpPr/>
          <p:nvPr/>
        </p:nvSpPr>
        <p:spPr>
          <a:xfrm>
            <a:off x="4078574" y="1704813"/>
            <a:ext cx="1719143" cy="384346"/>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5.8: Anticipatory Profile - Expected Activity</a:t>
            </a:r>
          </a:p>
        </p:txBody>
      </p:sp>
      <p:sp>
        <p:nvSpPr>
          <p:cNvPr id="54" name="Rectangle 53">
            <a:extLst>
              <a:ext uri="{FF2B5EF4-FFF2-40B4-BE49-F238E27FC236}">
                <a16:creationId xmlns:a16="http://schemas.microsoft.com/office/drawing/2014/main" id="{1879AD31-DADA-DDF6-DA4C-5A0BCF24CC85}"/>
              </a:ext>
            </a:extLst>
          </p:cNvPr>
          <p:cNvSpPr/>
          <p:nvPr/>
        </p:nvSpPr>
        <p:spPr>
          <a:xfrm>
            <a:off x="4078575" y="2090212"/>
            <a:ext cx="1719142" cy="1369285"/>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detects the expected activity: </a:t>
            </a:r>
          </a:p>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does not cover expected activity on small retail business because there is not KYC Information and does not cover previous average activity</a:t>
            </a:r>
          </a:p>
        </p:txBody>
      </p:sp>
      <p:sp>
        <p:nvSpPr>
          <p:cNvPr id="55" name="Rectangle 54">
            <a:extLst>
              <a:ext uri="{FF2B5EF4-FFF2-40B4-BE49-F238E27FC236}">
                <a16:creationId xmlns:a16="http://schemas.microsoft.com/office/drawing/2014/main" id="{9C227EB8-A11D-CDCA-CB1A-2E9AAB0ECF1A}"/>
              </a:ext>
            </a:extLst>
          </p:cNvPr>
          <p:cNvSpPr/>
          <p:nvPr/>
        </p:nvSpPr>
        <p:spPr>
          <a:xfrm>
            <a:off x="2202927" y="2096312"/>
            <a:ext cx="1855298" cy="1371814"/>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detects the change from Previous Average activity:</a:t>
            </a:r>
          </a:p>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does not cover new customers and new accounts on existing customers and does not cover expected activity</a:t>
            </a:r>
          </a:p>
        </p:txBody>
      </p:sp>
      <p:sp>
        <p:nvSpPr>
          <p:cNvPr id="56" name="Rectangle 55">
            <a:extLst>
              <a:ext uri="{FF2B5EF4-FFF2-40B4-BE49-F238E27FC236}">
                <a16:creationId xmlns:a16="http://schemas.microsoft.com/office/drawing/2014/main" id="{F91893F0-1BF9-9E5A-4ECA-A6B4C5EDEE9E}"/>
              </a:ext>
            </a:extLst>
          </p:cNvPr>
          <p:cNvSpPr/>
          <p:nvPr/>
        </p:nvSpPr>
        <p:spPr>
          <a:xfrm>
            <a:off x="7490585" y="1704320"/>
            <a:ext cx="1605516" cy="384347"/>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chemeClr val="tx1"/>
                </a:solidFill>
                <a:latin typeface="Calibri" panose="020F0502020204030204" pitchFamily="34" charset="0"/>
                <a:cs typeface="Calibri" panose="020F0502020204030204" pitchFamily="34" charset="0"/>
              </a:rPr>
              <a:t>PARTIAL</a:t>
            </a:r>
          </a:p>
        </p:txBody>
      </p:sp>
      <p:sp>
        <p:nvSpPr>
          <p:cNvPr id="14" name="Rectangle 13">
            <a:extLst>
              <a:ext uri="{FF2B5EF4-FFF2-40B4-BE49-F238E27FC236}">
                <a16:creationId xmlns:a16="http://schemas.microsoft.com/office/drawing/2014/main" id="{70A36752-8831-8EB3-0B15-ACACF66B52D3}"/>
              </a:ext>
            </a:extLst>
          </p:cNvPr>
          <p:cNvSpPr/>
          <p:nvPr/>
        </p:nvSpPr>
        <p:spPr>
          <a:xfrm>
            <a:off x="5797717" y="1707882"/>
            <a:ext cx="1702140" cy="388430"/>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6.6 Large Reportable Transactions</a:t>
            </a:r>
          </a:p>
        </p:txBody>
      </p:sp>
      <p:sp>
        <p:nvSpPr>
          <p:cNvPr id="15" name="Rectangle 14">
            <a:extLst>
              <a:ext uri="{FF2B5EF4-FFF2-40B4-BE49-F238E27FC236}">
                <a16:creationId xmlns:a16="http://schemas.microsoft.com/office/drawing/2014/main" id="{832D0A22-DD82-853B-2F98-A9103B01C62A}"/>
              </a:ext>
            </a:extLst>
          </p:cNvPr>
          <p:cNvSpPr/>
          <p:nvPr/>
        </p:nvSpPr>
        <p:spPr>
          <a:xfrm>
            <a:off x="5818067" y="2109935"/>
            <a:ext cx="1671792" cy="1369285"/>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  should cover the amount of credit exceeding a certain thresholds on new customers and new accounts for small retail businesses </a:t>
            </a:r>
          </a:p>
        </p:txBody>
      </p:sp>
      <p:sp>
        <p:nvSpPr>
          <p:cNvPr id="3" name="Rectangle 2">
            <a:extLst>
              <a:ext uri="{FF2B5EF4-FFF2-40B4-BE49-F238E27FC236}">
                <a16:creationId xmlns:a16="http://schemas.microsoft.com/office/drawing/2014/main" id="{8C44D3E1-B963-9F84-9C76-1DB27CA494B9}"/>
              </a:ext>
            </a:extLst>
          </p:cNvPr>
          <p:cNvSpPr/>
          <p:nvPr/>
        </p:nvSpPr>
        <p:spPr>
          <a:xfrm>
            <a:off x="346733" y="3512705"/>
            <a:ext cx="11469605" cy="1581539"/>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9E3A8A04-8D9E-BC5B-9E61-ECF7288DDAE0}"/>
              </a:ext>
            </a:extLst>
          </p:cNvPr>
          <p:cNvSpPr/>
          <p:nvPr/>
        </p:nvSpPr>
        <p:spPr>
          <a:xfrm>
            <a:off x="354204" y="3521212"/>
            <a:ext cx="1846420" cy="1575075"/>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23. Unusual activity in Credit Cards/Debit card/Prepaid cards - Excessive cash advance /withdrawal / deposit or </a:t>
            </a:r>
            <a:r>
              <a:rPr lang="en-US" sz="1000">
                <a:solidFill>
                  <a:schemeClr val="tx1"/>
                </a:solidFill>
                <a:latin typeface="Calibri" panose="020F0502020204030204" pitchFamily="34" charset="0"/>
                <a:ea typeface="Calibri" panose="020F0502020204030204" pitchFamily="34" charset="0"/>
                <a:cs typeface="Calibri" panose="020F0502020204030204" pitchFamily="34" charset="0"/>
              </a:rPr>
              <a:t>overpayment</a:t>
            </a: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 </a:t>
            </a:r>
            <a:endParaRPr lang="en-US" sz="1000" strike="sngStrike">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44D9663A-C7B0-DF73-A97A-307051DCF4C9}"/>
              </a:ext>
            </a:extLst>
          </p:cNvPr>
          <p:cNvSpPr/>
          <p:nvPr/>
        </p:nvSpPr>
        <p:spPr>
          <a:xfrm>
            <a:off x="2242460" y="3520384"/>
            <a:ext cx="2504777" cy="412382"/>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8.1 “Anomalies in ATM, Bank Card: Excessive Withdrawals”</a:t>
            </a:r>
          </a:p>
        </p:txBody>
      </p:sp>
      <p:sp>
        <p:nvSpPr>
          <p:cNvPr id="8" name="Rectangle 7">
            <a:extLst>
              <a:ext uri="{FF2B5EF4-FFF2-40B4-BE49-F238E27FC236}">
                <a16:creationId xmlns:a16="http://schemas.microsoft.com/office/drawing/2014/main" id="{33A52F63-90DE-1661-F9A8-09550EAE6C09}"/>
              </a:ext>
            </a:extLst>
          </p:cNvPr>
          <p:cNvSpPr/>
          <p:nvPr/>
        </p:nvSpPr>
        <p:spPr>
          <a:xfrm>
            <a:off x="2242459" y="3954371"/>
            <a:ext cx="2504777" cy="1141916"/>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GB" sz="1000">
                <a:solidFill>
                  <a:srgbClr val="002663"/>
                </a:solidFill>
                <a:latin typeface="Calibri" panose="020F0502020204030204" pitchFamily="34" charset="0"/>
                <a:cs typeface="Calibri" panose="020F0502020204030204" pitchFamily="34" charset="0"/>
              </a:rPr>
              <a:t>The scenario examines</a:t>
            </a:r>
          </a:p>
          <a:p>
            <a:pPr marR="4128">
              <a:lnSpc>
                <a:spcPts val="1219"/>
              </a:lnSpc>
              <a:spcBef>
                <a:spcPts val="0"/>
              </a:spcBef>
              <a:spcAft>
                <a:spcPts val="0"/>
              </a:spcAft>
              <a:buClr>
                <a:srgbClr val="309283"/>
              </a:buClr>
            </a:pPr>
            <a:r>
              <a:rPr lang="en-GB" sz="1000">
                <a:solidFill>
                  <a:srgbClr val="002663"/>
                </a:solidFill>
                <a:latin typeface="Calibri" panose="020F0502020204030204" pitchFamily="34" charset="0"/>
                <a:cs typeface="Calibri" panose="020F0502020204030204" pitchFamily="34" charset="0"/>
              </a:rPr>
              <a:t>bank card withdrawal activity at ATMs. If there is an increase in activity compared to the</a:t>
            </a:r>
          </a:p>
          <a:p>
            <a:pPr marR="4128">
              <a:lnSpc>
                <a:spcPts val="1219"/>
              </a:lnSpc>
              <a:spcBef>
                <a:spcPts val="0"/>
              </a:spcBef>
              <a:spcAft>
                <a:spcPts val="0"/>
              </a:spcAft>
              <a:buClr>
                <a:srgbClr val="309283"/>
              </a:buClr>
            </a:pPr>
            <a:r>
              <a:rPr lang="en-GB" sz="1000">
                <a:solidFill>
                  <a:srgbClr val="002663"/>
                </a:solidFill>
                <a:latin typeface="Calibri" panose="020F0502020204030204" pitchFamily="34" charset="0"/>
                <a:cs typeface="Calibri" panose="020F0502020204030204" pitchFamily="34" charset="0"/>
              </a:rPr>
              <a:t>historic bank card withdrawal transactions at ATMs for a specified Lookback Period, an alert is generated.</a:t>
            </a:r>
            <a:endParaRPr lang="en-US" sz="1000">
              <a:solidFill>
                <a:srgbClr val="002663"/>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15F28CA3-E35C-483E-A733-7916494D47EF}"/>
              </a:ext>
            </a:extLst>
          </p:cNvPr>
          <p:cNvSpPr/>
          <p:nvPr/>
        </p:nvSpPr>
        <p:spPr>
          <a:xfrm>
            <a:off x="4780274" y="3525962"/>
            <a:ext cx="2692609" cy="412382"/>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8.2 “Anomalies in ATM, Bank Card: Structured Cash Deposits”</a:t>
            </a:r>
          </a:p>
        </p:txBody>
      </p:sp>
      <p:sp>
        <p:nvSpPr>
          <p:cNvPr id="10" name="Rectangle 9">
            <a:extLst>
              <a:ext uri="{FF2B5EF4-FFF2-40B4-BE49-F238E27FC236}">
                <a16:creationId xmlns:a16="http://schemas.microsoft.com/office/drawing/2014/main" id="{FB403BD6-61C5-17D5-324F-7115506BA9A7}"/>
              </a:ext>
            </a:extLst>
          </p:cNvPr>
          <p:cNvSpPr/>
          <p:nvPr/>
        </p:nvSpPr>
        <p:spPr>
          <a:xfrm>
            <a:off x="4787920" y="3960133"/>
            <a:ext cx="2671788" cy="1136154"/>
          </a:xfrm>
          <a:prstGeom prst="rect">
            <a:avLst/>
          </a:prstGeom>
          <a:no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GB" sz="1000">
                <a:solidFill>
                  <a:srgbClr val="002663"/>
                </a:solidFill>
                <a:latin typeface="Calibri" panose="020F0502020204030204" pitchFamily="34" charset="0"/>
                <a:cs typeface="Calibri" panose="020F0502020204030204" pitchFamily="34" charset="0"/>
              </a:rPr>
              <a:t>The scenario detects high levels of structured ATM deposits, that is, a high number of incidences and a high percentage of overall deposits are made at just under the reporting &lt;threshold.</a:t>
            </a:r>
            <a:endParaRPr lang="en-US" sz="1000">
              <a:solidFill>
                <a:srgbClr val="002663"/>
              </a:solidFill>
              <a:latin typeface="Calibri" panose="020F0502020204030204" pitchFamily="34" charset="0"/>
              <a:cs typeface="Calibri" panose="020F0502020204030204" pitchFamily="34" charset="0"/>
            </a:endParaRPr>
          </a:p>
          <a:p>
            <a:pPr marR="4128">
              <a:lnSpc>
                <a:spcPts val="1219"/>
              </a:lnSpc>
              <a:spcBef>
                <a:spcPts val="0"/>
              </a:spcBef>
              <a:spcAft>
                <a:spcPts val="0"/>
              </a:spcAft>
              <a:buClr>
                <a:srgbClr val="309283"/>
              </a:buClr>
            </a:pPr>
            <a:endParaRPr lang="en-US" sz="1000">
              <a:solidFill>
                <a:srgbClr val="002663"/>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33E2D707-54C3-FBE6-545A-A55FFC51AA99}"/>
              </a:ext>
            </a:extLst>
          </p:cNvPr>
          <p:cNvSpPr/>
          <p:nvPr/>
        </p:nvSpPr>
        <p:spPr>
          <a:xfrm>
            <a:off x="7505920" y="3524500"/>
            <a:ext cx="1619895" cy="420452"/>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gn="ctr">
              <a:lnSpc>
                <a:spcPts val="1219"/>
              </a:lnSpc>
              <a:spcBef>
                <a:spcPts val="0"/>
              </a:spcBef>
              <a:spcAft>
                <a:spcPts val="0"/>
              </a:spcAft>
              <a:buClr>
                <a:srgbClr val="309283"/>
              </a:buClr>
            </a:pPr>
            <a:r>
              <a:rPr lang="en-US" sz="1000" b="1">
                <a:solidFill>
                  <a:schemeClr val="tx1"/>
                </a:solidFill>
                <a:latin typeface="Calibri" panose="020F0502020204030204" pitchFamily="34" charset="0"/>
                <a:cs typeface="Calibri" panose="020F0502020204030204" pitchFamily="34" charset="0"/>
              </a:rPr>
              <a:t>PARTIAL</a:t>
            </a:r>
          </a:p>
        </p:txBody>
      </p:sp>
      <p:sp>
        <p:nvSpPr>
          <p:cNvPr id="13" name="Rectangle 12">
            <a:extLst>
              <a:ext uri="{FF2B5EF4-FFF2-40B4-BE49-F238E27FC236}">
                <a16:creationId xmlns:a16="http://schemas.microsoft.com/office/drawing/2014/main" id="{0945FFB2-3911-7E8F-1F9F-908A82ECD1DC}"/>
              </a:ext>
            </a:extLst>
          </p:cNvPr>
          <p:cNvSpPr/>
          <p:nvPr/>
        </p:nvSpPr>
        <p:spPr>
          <a:xfrm>
            <a:off x="7495922" y="3960092"/>
            <a:ext cx="1629893" cy="1136154"/>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scenarios does not monitor instances of overpayment for Credit Cards</a:t>
            </a:r>
          </a:p>
        </p:txBody>
      </p:sp>
      <p:sp>
        <p:nvSpPr>
          <p:cNvPr id="16" name="Rectangle 15">
            <a:extLst>
              <a:ext uri="{FF2B5EF4-FFF2-40B4-BE49-F238E27FC236}">
                <a16:creationId xmlns:a16="http://schemas.microsoft.com/office/drawing/2014/main" id="{1A2E3D82-D743-9702-A55F-36231DCADB84}"/>
              </a:ext>
            </a:extLst>
          </p:cNvPr>
          <p:cNvSpPr/>
          <p:nvPr/>
        </p:nvSpPr>
        <p:spPr>
          <a:xfrm>
            <a:off x="9111435" y="3519169"/>
            <a:ext cx="1457103" cy="1575075"/>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NOT ACCEPTABLE:</a:t>
            </a:r>
          </a:p>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The scenarios does not monitor instances of overpayment for Credit Cards</a:t>
            </a:r>
          </a:p>
        </p:txBody>
      </p:sp>
      <p:sp>
        <p:nvSpPr>
          <p:cNvPr id="17" name="Rectangle 16">
            <a:extLst>
              <a:ext uri="{FF2B5EF4-FFF2-40B4-BE49-F238E27FC236}">
                <a16:creationId xmlns:a16="http://schemas.microsoft.com/office/drawing/2014/main" id="{DB081BF4-F666-3B9F-A57E-4FAE10D80C09}"/>
              </a:ext>
            </a:extLst>
          </p:cNvPr>
          <p:cNvSpPr/>
          <p:nvPr/>
        </p:nvSpPr>
        <p:spPr>
          <a:xfrm>
            <a:off x="10601575" y="3512199"/>
            <a:ext cx="1214763" cy="1582045"/>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buClr>
                <a:srgbClr val="309283"/>
              </a:buClr>
            </a:pPr>
            <a:r>
              <a:rPr lang="en-US" sz="1000">
                <a:solidFill>
                  <a:srgbClr val="002663"/>
                </a:solidFill>
                <a:latin typeface="Calibri" panose="020F0502020204030204" pitchFamily="34" charset="0"/>
                <a:cs typeface="Calibri" panose="020F0502020204030204" pitchFamily="34" charset="0"/>
              </a:rPr>
              <a:t>Customization required</a:t>
            </a:r>
          </a:p>
          <a:p>
            <a:pPr marR="4128">
              <a:lnSpc>
                <a:spcPts val="1219"/>
              </a:lnSpc>
              <a:spcBef>
                <a:spcPts val="0"/>
              </a:spcBef>
              <a:spcAft>
                <a:spcPts val="0"/>
              </a:spcAft>
              <a:buClr>
                <a:srgbClr val="309283"/>
              </a:buClr>
            </a:pPr>
            <a:endParaRPr lang="en-US" sz="1000">
              <a:solidFill>
                <a:srgbClr val="002663"/>
              </a:solidFill>
              <a:latin typeface="Calibri" panose="020F0502020204030204" pitchFamily="34" charset="0"/>
              <a:cs typeface="Calibri" panose="020F0502020204030204" pitchFamily="34" charset="0"/>
            </a:endParaRPr>
          </a:p>
          <a:p>
            <a:pPr marR="4128">
              <a:lnSpc>
                <a:spcPts val="1219"/>
              </a:lnSpc>
              <a:spcBef>
                <a:spcPts val="0"/>
              </a:spcBef>
              <a:spcAft>
                <a:spcPts val="0"/>
              </a:spcAft>
              <a:buClr>
                <a:srgbClr val="309283"/>
              </a:buClr>
            </a:pPr>
            <a:endParaRPr lang="en-US" sz="1000">
              <a:solidFill>
                <a:srgbClr val="002663"/>
              </a:solidFill>
              <a:highlight>
                <a:srgbClr val="FFFF00"/>
              </a:highligh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0276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DE377D78-A3F0-7D0C-92DD-47B50874E88B}"/>
              </a:ext>
            </a:extLst>
          </p:cNvPr>
          <p:cNvSpPr>
            <a:spLocks noGrp="1"/>
          </p:cNvSpPr>
          <p:nvPr>
            <p:ph type="body" sz="quarter" idx="11"/>
          </p:nvPr>
        </p:nvSpPr>
        <p:spPr>
          <a:xfrm>
            <a:off x="304789" y="-23304"/>
            <a:ext cx="11379200" cy="669235"/>
          </a:xfrm>
        </p:spPr>
        <p:txBody>
          <a:bodyPr tIns="182880" anchor="t" anchorCtr="0"/>
          <a:lstStyle/>
          <a:p>
            <a:r>
              <a:rPr lang="en-US">
                <a:latin typeface="Calibri" panose="020F0502020204030204" pitchFamily="34" charset="0"/>
                <a:cs typeface="Calibri" panose="020F0502020204030204" pitchFamily="34" charset="0"/>
              </a:rPr>
              <a:t>RCA – Summary of Mantas Scenarios Partial or null coverage (3/3)</a:t>
            </a:r>
            <a:endParaRPr lang="en-GB" i="1">
              <a:solidFill>
                <a:srgbClr val="FF0000"/>
              </a:solidFill>
              <a:latin typeface="Calibri" panose="020F0502020204030204" pitchFamily="34" charset="0"/>
              <a:cs typeface="Calibri" panose="020F0502020204030204" pitchFamily="34" charset="0"/>
            </a:endParaRPr>
          </a:p>
        </p:txBody>
      </p:sp>
      <p:grpSp>
        <p:nvGrpSpPr>
          <p:cNvPr id="39" name="Group 38">
            <a:extLst>
              <a:ext uri="{FF2B5EF4-FFF2-40B4-BE49-F238E27FC236}">
                <a16:creationId xmlns:a16="http://schemas.microsoft.com/office/drawing/2014/main" id="{C2936714-C2F2-4017-BEAE-8346E33C664A}"/>
              </a:ext>
            </a:extLst>
          </p:cNvPr>
          <p:cNvGrpSpPr/>
          <p:nvPr/>
        </p:nvGrpSpPr>
        <p:grpSpPr>
          <a:xfrm>
            <a:off x="11320076" y="433525"/>
            <a:ext cx="627008" cy="637730"/>
            <a:chOff x="11320076" y="674825"/>
            <a:chExt cx="627008" cy="637730"/>
          </a:xfrm>
        </p:grpSpPr>
        <p:sp>
          <p:nvSpPr>
            <p:cNvPr id="40" name="Rectangle 39">
              <a:extLst>
                <a:ext uri="{FF2B5EF4-FFF2-40B4-BE49-F238E27FC236}">
                  <a16:creationId xmlns:a16="http://schemas.microsoft.com/office/drawing/2014/main" id="{F1A38210-2200-4704-ABF2-5BE9A10FB5A8}"/>
                </a:ext>
              </a:extLst>
            </p:cNvPr>
            <p:cNvSpPr/>
            <p:nvPr/>
          </p:nvSpPr>
          <p:spPr>
            <a:xfrm>
              <a:off x="11327832" y="1025226"/>
              <a:ext cx="544043" cy="131106"/>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Partial</a:t>
              </a:r>
              <a:endParaRPr lang="it-IT" sz="800" baseline="30000">
                <a:solidFill>
                  <a:schemeClr val="tx1"/>
                </a:solidFill>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7352E0B2-9250-4010-A74B-AFB930783D45}"/>
                </a:ext>
              </a:extLst>
            </p:cNvPr>
            <p:cNvSpPr/>
            <p:nvPr/>
          </p:nvSpPr>
          <p:spPr>
            <a:xfrm>
              <a:off x="11327832" y="879791"/>
              <a:ext cx="544042" cy="131106"/>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Full</a:t>
              </a:r>
              <a:endParaRPr lang="it-IT" sz="800" baseline="30000">
                <a:solidFill>
                  <a:schemeClr val="tx1"/>
                </a:solidFill>
                <a:latin typeface="Calibri" panose="020F0502020204030204" pitchFamily="34" charset="0"/>
                <a:cs typeface="Calibri" panose="020F0502020204030204" pitchFamily="34" charset="0"/>
              </a:endParaRPr>
            </a:p>
          </p:txBody>
        </p:sp>
        <p:sp>
          <p:nvSpPr>
            <p:cNvPr id="45" name="TextBox 44">
              <a:extLst>
                <a:ext uri="{FF2B5EF4-FFF2-40B4-BE49-F238E27FC236}">
                  <a16:creationId xmlns:a16="http://schemas.microsoft.com/office/drawing/2014/main" id="{A49926FD-7B5A-4074-B65C-E1133E255130}"/>
                </a:ext>
              </a:extLst>
            </p:cNvPr>
            <p:cNvSpPr txBox="1"/>
            <p:nvPr/>
          </p:nvSpPr>
          <p:spPr>
            <a:xfrm>
              <a:off x="11320076" y="674825"/>
              <a:ext cx="627008" cy="246221"/>
            </a:xfrm>
            <a:prstGeom prst="rect">
              <a:avLst/>
            </a:prstGeom>
            <a:noFill/>
          </p:spPr>
          <p:txBody>
            <a:bodyPr wrap="square" rtlCol="0">
              <a:spAutoFit/>
            </a:bodyPr>
            <a:lstStyle/>
            <a:p>
              <a:r>
                <a:rPr lang="en-US" sz="1000" b="1">
                  <a:solidFill>
                    <a:schemeClr val="tx1"/>
                  </a:solidFill>
                  <a:latin typeface="Calibri" panose="020F0502020204030204" pitchFamily="34" charset="0"/>
                  <a:ea typeface="Calibri" panose="020F0502020204030204" pitchFamily="34" charset="0"/>
                  <a:cs typeface="Calibri" panose="020F0502020204030204" pitchFamily="34" charset="0"/>
                </a:rPr>
                <a:t>Legend</a:t>
              </a:r>
              <a:endParaRPr lang="it-IT" sz="1000" b="1"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6" name="Rectangle 45">
              <a:extLst>
                <a:ext uri="{FF2B5EF4-FFF2-40B4-BE49-F238E27FC236}">
                  <a16:creationId xmlns:a16="http://schemas.microsoft.com/office/drawing/2014/main" id="{0E05CC5C-0AF3-4714-9557-9B33D6D09C9C}"/>
                </a:ext>
              </a:extLst>
            </p:cNvPr>
            <p:cNvSpPr/>
            <p:nvPr/>
          </p:nvSpPr>
          <p:spPr>
            <a:xfrm>
              <a:off x="11327832" y="1181449"/>
              <a:ext cx="544042" cy="131106"/>
            </a:xfrm>
            <a:prstGeom prst="rect">
              <a:avLst/>
            </a:prstGeom>
            <a:solidFill>
              <a:schemeClr val="bg1">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latin typeface="Calibri" panose="020F0502020204030204" pitchFamily="34" charset="0"/>
                  <a:cs typeface="Calibri" panose="020F0502020204030204" pitchFamily="34" charset="0"/>
                </a:rPr>
                <a:t>Null</a:t>
              </a:r>
            </a:p>
          </p:txBody>
        </p:sp>
      </p:grpSp>
      <p:sp>
        <p:nvSpPr>
          <p:cNvPr id="4" name="TextBox 3">
            <a:extLst>
              <a:ext uri="{FF2B5EF4-FFF2-40B4-BE49-F238E27FC236}">
                <a16:creationId xmlns:a16="http://schemas.microsoft.com/office/drawing/2014/main" id="{59FA7192-64C5-A875-E28E-B1ACD11A7602}"/>
              </a:ext>
            </a:extLst>
          </p:cNvPr>
          <p:cNvSpPr txBox="1"/>
          <p:nvPr/>
        </p:nvSpPr>
        <p:spPr>
          <a:xfrm>
            <a:off x="165700" y="543925"/>
            <a:ext cx="11086922" cy="592875"/>
          </a:xfrm>
          <a:prstGeom prst="rect">
            <a:avLst/>
          </a:prstGeom>
          <a:solidFill>
            <a:schemeClr val="bg1">
              <a:lumMod val="85000"/>
            </a:schemeClr>
          </a:solid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85725" indent="-85725" algn="just">
              <a:spcAft>
                <a:spcPts val="600"/>
              </a:spcAft>
              <a:buClr>
                <a:srgbClr val="0737A3"/>
              </a:buClr>
              <a:buSzPct val="120000"/>
              <a:buFont typeface="Wingdings" panose="05000000000000000000" pitchFamily="2" charset="2"/>
              <a:buChar char="§"/>
              <a:defRPr sz="1000">
                <a:solidFill>
                  <a:srgbClr val="002664"/>
                </a:solidFill>
                <a:latin typeface="Calibri" panose="020F0502020204030204" pitchFamily="34" charset="0"/>
                <a:ea typeface="ＭＳ Ｐゴシック" charset="0"/>
                <a:cs typeface="Calibri" panose="020F0502020204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buClr>
                <a:srgbClr val="002664"/>
              </a:buClr>
              <a:buFont typeface="Arial" panose="020B0604020202020204" pitchFamily="34" charset="0"/>
              <a:buChar char="•"/>
            </a:pPr>
            <a:r>
              <a:rPr lang="en-GB" sz="1200"/>
              <a:t>This slide represents a summary aimed at showing how each scenario contributed in providing coverage to the </a:t>
            </a:r>
            <a:r>
              <a:rPr lang="en-GB" sz="1200" b="1"/>
              <a:t>Group Typologies To be developed </a:t>
            </a:r>
          </a:p>
          <a:p>
            <a:pPr>
              <a:buClr>
                <a:schemeClr val="tx2"/>
              </a:buClr>
              <a:buFont typeface="Arial" panose="020B0604020202020204" pitchFamily="34" charset="0"/>
              <a:buChar char="•"/>
            </a:pPr>
            <a:r>
              <a:rPr lang="en-GB" sz="1200"/>
              <a:t>#</a:t>
            </a:r>
            <a:r>
              <a:rPr lang="en-GB" sz="1200" b="1"/>
              <a:t>20</a:t>
            </a:r>
            <a:r>
              <a:rPr lang="en-GB" sz="1200"/>
              <a:t> scenarios are able to cover </a:t>
            </a:r>
            <a:r>
              <a:rPr lang="en-GB" sz="1200" b="1"/>
              <a:t># </a:t>
            </a:r>
            <a:r>
              <a:rPr lang="tr-TR" sz="1200" b="1"/>
              <a:t>21</a:t>
            </a:r>
            <a:r>
              <a:rPr lang="en-GB" sz="1200" b="1"/>
              <a:t> Group RTs applicable to UCB CZ and</a:t>
            </a:r>
            <a:r>
              <a:rPr lang="en-GB" sz="1200"/>
              <a:t> </a:t>
            </a:r>
            <a:r>
              <a:rPr lang="en-GB" sz="1200" b="1"/>
              <a:t>#</a:t>
            </a:r>
            <a:r>
              <a:rPr lang="tr-TR" sz="1200" b="1"/>
              <a:t>2</a:t>
            </a:r>
            <a:r>
              <a:rPr lang="en-GB" sz="1200" b="1"/>
              <a:t> RTs </a:t>
            </a:r>
            <a:r>
              <a:rPr lang="en-GB" sz="1200"/>
              <a:t>can not be covered by Mantas Scenarios </a:t>
            </a:r>
          </a:p>
        </p:txBody>
      </p:sp>
      <p:cxnSp>
        <p:nvCxnSpPr>
          <p:cNvPr id="2" name="Straight Connector 1">
            <a:extLst>
              <a:ext uri="{FF2B5EF4-FFF2-40B4-BE49-F238E27FC236}">
                <a16:creationId xmlns:a16="http://schemas.microsoft.com/office/drawing/2014/main" id="{5A204CEF-EB7B-DD07-0A22-FF8C14D592FA}"/>
              </a:ext>
            </a:extLst>
          </p:cNvPr>
          <p:cNvCxnSpPr>
            <a:cxnSpLocks/>
          </p:cNvCxnSpPr>
          <p:nvPr/>
        </p:nvCxnSpPr>
        <p:spPr>
          <a:xfrm>
            <a:off x="339262" y="1633250"/>
            <a:ext cx="1144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5A9B6DD-8344-73A3-AA66-D4D1772F295E}"/>
              </a:ext>
            </a:extLst>
          </p:cNvPr>
          <p:cNvSpPr txBox="1"/>
          <p:nvPr/>
        </p:nvSpPr>
        <p:spPr>
          <a:xfrm>
            <a:off x="7329190" y="1384256"/>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Final level of coverage</a:t>
            </a:r>
            <a:endParaRPr lang="en-US" sz="1000" spc="-4">
              <a:solidFill>
                <a:srgbClr val="FF0000"/>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2A86C9F-E788-3090-D152-29B2CD72E80E}"/>
              </a:ext>
            </a:extLst>
          </p:cNvPr>
          <p:cNvSpPr txBox="1"/>
          <p:nvPr/>
        </p:nvSpPr>
        <p:spPr>
          <a:xfrm>
            <a:off x="8933732" y="1390743"/>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Residual Risk </a:t>
            </a:r>
            <a:endParaRPr lang="en-US" sz="1000" spc="-4">
              <a:solidFill>
                <a:srgbClr val="FF0000"/>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598D637-F884-9697-3F2A-411C5A9D8319}"/>
              </a:ext>
            </a:extLst>
          </p:cNvPr>
          <p:cNvSpPr txBox="1"/>
          <p:nvPr/>
        </p:nvSpPr>
        <p:spPr>
          <a:xfrm>
            <a:off x="10385913" y="1405960"/>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Proposed Action</a:t>
            </a:r>
            <a:endParaRPr lang="en-US" sz="1000" spc="-4">
              <a:solidFill>
                <a:srgbClr val="FF000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51B3035A-C75D-8A2F-475F-4E7538B33D42}"/>
              </a:ext>
            </a:extLst>
          </p:cNvPr>
          <p:cNvSpPr/>
          <p:nvPr/>
        </p:nvSpPr>
        <p:spPr>
          <a:xfrm>
            <a:off x="337143" y="1841157"/>
            <a:ext cx="2974528" cy="1165105"/>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cs typeface="Calibri" panose="020F0502020204030204" pitchFamily="34" charset="0"/>
              </a:rPr>
              <a:t>25. Unusual activity in Virtual assets through anomalous use of funds from Virtual Assets </a:t>
            </a:r>
            <a:r>
              <a:rPr lang="en-US" sz="1000" i="1">
                <a:solidFill>
                  <a:schemeClr val="tx2"/>
                </a:solidFill>
                <a:latin typeface="Calibri" panose="020F0502020204030204" pitchFamily="34" charset="0"/>
                <a:cs typeface="Calibri" panose="020F0502020204030204" pitchFamily="34" charset="0"/>
              </a:rPr>
              <a:t>(cash conversion, immediate transfer, transition from VA to another VA) </a:t>
            </a:r>
            <a:r>
              <a:rPr lang="en-US" sz="1000">
                <a:solidFill>
                  <a:schemeClr val="tx2"/>
                </a:solidFill>
                <a:latin typeface="Calibri" panose="020F0502020204030204" pitchFamily="34" charset="0"/>
                <a:cs typeface="Calibri" panose="020F0502020204030204" pitchFamily="34" charset="0"/>
              </a:rPr>
              <a:t>or through anomalous accumulation of funds used in purchases of Virtual Assets</a:t>
            </a:r>
          </a:p>
          <a:p>
            <a:pPr marR="4128">
              <a:lnSpc>
                <a:spcPts val="1219"/>
              </a:lnSpc>
              <a:spcBef>
                <a:spcPts val="0"/>
              </a:spcBef>
              <a:spcAft>
                <a:spcPts val="0"/>
              </a:spcAft>
              <a:buClr>
                <a:srgbClr val="309283"/>
              </a:buClr>
            </a:pPr>
            <a:r>
              <a:rPr lang="en-US" sz="1000" i="1">
                <a:solidFill>
                  <a:schemeClr val="tx2"/>
                </a:solidFill>
                <a:latin typeface="Calibri" panose="020F0502020204030204" pitchFamily="34" charset="0"/>
                <a:cs typeface="Calibri" panose="020F0502020204030204" pitchFamily="34" charset="0"/>
              </a:rPr>
              <a:t>(large cash deposit, large incoming transfers / prepaid card re-charges)</a:t>
            </a:r>
          </a:p>
        </p:txBody>
      </p:sp>
      <p:sp>
        <p:nvSpPr>
          <p:cNvPr id="12" name="Rectangle 11">
            <a:extLst>
              <a:ext uri="{FF2B5EF4-FFF2-40B4-BE49-F238E27FC236}">
                <a16:creationId xmlns:a16="http://schemas.microsoft.com/office/drawing/2014/main" id="{DB3D0836-2FAB-C3EE-20AD-C5C7AF9BC491}"/>
              </a:ext>
            </a:extLst>
          </p:cNvPr>
          <p:cNvSpPr/>
          <p:nvPr/>
        </p:nvSpPr>
        <p:spPr>
          <a:xfrm>
            <a:off x="344521" y="3210211"/>
            <a:ext cx="2961325" cy="1138620"/>
          </a:xfrm>
          <a:prstGeom prst="rect">
            <a:avLst/>
          </a:prstGeom>
          <a:solidFill>
            <a:schemeClr val="bg1"/>
          </a:solidFill>
          <a:ln w="635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26. Unusual activity involving gambling transactions: Numerous and anomalous transaction involving gaming operators which could imply the attempt to launder funds and obscure the origins of money obtained through illicit activities</a:t>
            </a:r>
          </a:p>
        </p:txBody>
      </p:sp>
      <p:sp>
        <p:nvSpPr>
          <p:cNvPr id="13" name="Rectangle 12">
            <a:extLst>
              <a:ext uri="{FF2B5EF4-FFF2-40B4-BE49-F238E27FC236}">
                <a16:creationId xmlns:a16="http://schemas.microsoft.com/office/drawing/2014/main" id="{FE691371-3AF7-4E01-C1B4-B7B966CA76F1}"/>
              </a:ext>
            </a:extLst>
          </p:cNvPr>
          <p:cNvSpPr/>
          <p:nvPr/>
        </p:nvSpPr>
        <p:spPr>
          <a:xfrm>
            <a:off x="3305845" y="1847427"/>
            <a:ext cx="2961325" cy="1158836"/>
          </a:xfrm>
          <a:prstGeom prst="rect">
            <a:avLst/>
          </a:prstGeom>
          <a:solidFill>
            <a:schemeClr val="bg1">
              <a:lumMod val="75000"/>
            </a:schemeClr>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Not covered in Mantas out of the box. Need for a dedicated scenario to be developed by Oracle to screen against a watchlist of counterparty on a client level and potentially also screen the OBI fields for some key words </a:t>
            </a:r>
          </a:p>
        </p:txBody>
      </p:sp>
      <p:sp>
        <p:nvSpPr>
          <p:cNvPr id="14" name="TextBox 13">
            <a:extLst>
              <a:ext uri="{FF2B5EF4-FFF2-40B4-BE49-F238E27FC236}">
                <a16:creationId xmlns:a16="http://schemas.microsoft.com/office/drawing/2014/main" id="{924B0FAC-E064-3448-1B24-D4F3C3B89BEF}"/>
              </a:ext>
            </a:extLst>
          </p:cNvPr>
          <p:cNvSpPr txBox="1"/>
          <p:nvPr/>
        </p:nvSpPr>
        <p:spPr>
          <a:xfrm>
            <a:off x="337141" y="1406201"/>
            <a:ext cx="271007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Group Risk Typologies</a:t>
            </a:r>
            <a:endParaRPr lang="en-US" sz="1000" spc="-4">
              <a:solidFill>
                <a:srgbClr val="FF0000"/>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E70F98A2-3E7C-6379-DDC9-A18DDBCC5A83}"/>
              </a:ext>
            </a:extLst>
          </p:cNvPr>
          <p:cNvSpPr txBox="1"/>
          <p:nvPr/>
        </p:nvSpPr>
        <p:spPr>
          <a:xfrm>
            <a:off x="4417038" y="1410377"/>
            <a:ext cx="1213940" cy="177293"/>
          </a:xfrm>
          <a:prstGeom prst="rect">
            <a:avLst/>
          </a:prstGeom>
          <a:noFill/>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Mantas Scenarios</a:t>
            </a:r>
            <a:endParaRPr lang="en-US" sz="1000" spc="-4">
              <a:solidFill>
                <a:srgbClr val="FF0000"/>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DE16D586-5001-891B-F13A-B146659AD32A}"/>
              </a:ext>
            </a:extLst>
          </p:cNvPr>
          <p:cNvSpPr/>
          <p:nvPr/>
        </p:nvSpPr>
        <p:spPr>
          <a:xfrm>
            <a:off x="8764679" y="1847427"/>
            <a:ext cx="1399687" cy="1296408"/>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algn="ctr"/>
            <a:r>
              <a:rPr lang="en-US" sz="1000">
                <a:solidFill>
                  <a:srgbClr val="002663"/>
                </a:solidFill>
                <a:latin typeface="Calibri" panose="020F0502020204030204" pitchFamily="34" charset="0"/>
                <a:cs typeface="Calibri" panose="020F0502020204030204" pitchFamily="34" charset="0"/>
              </a:rPr>
              <a:t>NOT ACCEPTABLE</a:t>
            </a:r>
          </a:p>
        </p:txBody>
      </p:sp>
      <p:sp>
        <p:nvSpPr>
          <p:cNvPr id="18" name="Rectangle 17">
            <a:extLst>
              <a:ext uri="{FF2B5EF4-FFF2-40B4-BE49-F238E27FC236}">
                <a16:creationId xmlns:a16="http://schemas.microsoft.com/office/drawing/2014/main" id="{1F73A254-3E9D-7546-451E-20992C15C59F}"/>
              </a:ext>
            </a:extLst>
          </p:cNvPr>
          <p:cNvSpPr/>
          <p:nvPr/>
        </p:nvSpPr>
        <p:spPr>
          <a:xfrm>
            <a:off x="8764679" y="3210211"/>
            <a:ext cx="1399687" cy="1126786"/>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algn="ctr"/>
            <a:r>
              <a:rPr lang="en-US" sz="1000">
                <a:solidFill>
                  <a:srgbClr val="002663"/>
                </a:solidFill>
                <a:latin typeface="Calibri" panose="020F0502020204030204" pitchFamily="34" charset="0"/>
                <a:cs typeface="Calibri" panose="020F0502020204030204" pitchFamily="34" charset="0"/>
              </a:rPr>
              <a:t>NOT ACCEPTABLE</a:t>
            </a:r>
          </a:p>
        </p:txBody>
      </p:sp>
      <p:sp>
        <p:nvSpPr>
          <p:cNvPr id="20" name="Rectangle 19">
            <a:extLst>
              <a:ext uri="{FF2B5EF4-FFF2-40B4-BE49-F238E27FC236}">
                <a16:creationId xmlns:a16="http://schemas.microsoft.com/office/drawing/2014/main" id="{E3F9BEF9-350B-4575-C672-689967CDB9C2}"/>
              </a:ext>
            </a:extLst>
          </p:cNvPr>
          <p:cNvSpPr/>
          <p:nvPr/>
        </p:nvSpPr>
        <p:spPr>
          <a:xfrm>
            <a:off x="10385913" y="1841326"/>
            <a:ext cx="1399687" cy="1296408"/>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Oracle to analyze and map appropriate scenario </a:t>
            </a:r>
          </a:p>
        </p:txBody>
      </p:sp>
      <p:sp>
        <p:nvSpPr>
          <p:cNvPr id="21" name="Rectangle 20">
            <a:extLst>
              <a:ext uri="{FF2B5EF4-FFF2-40B4-BE49-F238E27FC236}">
                <a16:creationId xmlns:a16="http://schemas.microsoft.com/office/drawing/2014/main" id="{D7AFF62C-3EB2-6DF2-0601-752DAECF1528}"/>
              </a:ext>
            </a:extLst>
          </p:cNvPr>
          <p:cNvSpPr/>
          <p:nvPr/>
        </p:nvSpPr>
        <p:spPr>
          <a:xfrm>
            <a:off x="10385913" y="3204110"/>
            <a:ext cx="1399687" cy="1126786"/>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Oracle to analyze and map appropriate scenario </a:t>
            </a:r>
          </a:p>
        </p:txBody>
      </p:sp>
      <p:sp>
        <p:nvSpPr>
          <p:cNvPr id="22" name="Rectangle 21">
            <a:extLst>
              <a:ext uri="{FF2B5EF4-FFF2-40B4-BE49-F238E27FC236}">
                <a16:creationId xmlns:a16="http://schemas.microsoft.com/office/drawing/2014/main" id="{2AA1870E-4919-5C60-29D0-2867FC3111DF}"/>
              </a:ext>
            </a:extLst>
          </p:cNvPr>
          <p:cNvSpPr/>
          <p:nvPr/>
        </p:nvSpPr>
        <p:spPr>
          <a:xfrm>
            <a:off x="3315070" y="3204110"/>
            <a:ext cx="5228061" cy="1158836"/>
          </a:xfrm>
          <a:prstGeom prst="rect">
            <a:avLst/>
          </a:prstGeom>
          <a:solidFill>
            <a:schemeClr val="bg1">
              <a:lumMod val="75000"/>
            </a:schemeClr>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Not covered in Mantas out of the box. Need for a dedicated scenario to be developed by Oracle to screen against a watchlist of counterparty on a client level and potentially also screen the OBI fields for some key words </a:t>
            </a:r>
          </a:p>
        </p:txBody>
      </p:sp>
      <p:sp>
        <p:nvSpPr>
          <p:cNvPr id="23" name="Rectangle 22">
            <a:extLst>
              <a:ext uri="{FF2B5EF4-FFF2-40B4-BE49-F238E27FC236}">
                <a16:creationId xmlns:a16="http://schemas.microsoft.com/office/drawing/2014/main" id="{45863771-2720-3F62-76BF-F07C58BB23D8}"/>
              </a:ext>
            </a:extLst>
          </p:cNvPr>
          <p:cNvSpPr/>
          <p:nvPr/>
        </p:nvSpPr>
        <p:spPr>
          <a:xfrm>
            <a:off x="6280373" y="1841157"/>
            <a:ext cx="2262758" cy="378459"/>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5.7 “Rapid Movement of Funds – All activity”. </a:t>
            </a:r>
          </a:p>
        </p:txBody>
      </p:sp>
      <p:sp>
        <p:nvSpPr>
          <p:cNvPr id="25" name="Rectangle 24">
            <a:extLst>
              <a:ext uri="{FF2B5EF4-FFF2-40B4-BE49-F238E27FC236}">
                <a16:creationId xmlns:a16="http://schemas.microsoft.com/office/drawing/2014/main" id="{C8731605-1B9E-782C-9C73-35785FA082A8}"/>
              </a:ext>
            </a:extLst>
          </p:cNvPr>
          <p:cNvSpPr/>
          <p:nvPr/>
        </p:nvSpPr>
        <p:spPr>
          <a:xfrm>
            <a:off x="6280373" y="2219616"/>
            <a:ext cx="2262758" cy="786645"/>
          </a:xfrm>
          <a:prstGeom prst="rect">
            <a:avLst/>
          </a:prstGeom>
          <a:solidFill>
            <a:schemeClr val="bg1"/>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This scenario will be linked to the new one to be developed by Oracle</a:t>
            </a:r>
          </a:p>
        </p:txBody>
      </p:sp>
    </p:spTree>
    <p:extLst>
      <p:ext uri="{BB962C8B-B14F-4D97-AF65-F5344CB8AC3E}">
        <p14:creationId xmlns:p14="http://schemas.microsoft.com/office/powerpoint/2010/main" val="1117909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8534-6355-EE4C-B32D-6CF8155C72EA}"/>
              </a:ext>
            </a:extLst>
          </p:cNvPr>
          <p:cNvSpPr>
            <a:spLocks noGrp="1"/>
          </p:cNvSpPr>
          <p:nvPr>
            <p:ph type="title"/>
          </p:nvPr>
        </p:nvSpPr>
        <p:spPr/>
        <p:txBody>
          <a:bodyPr/>
          <a:lstStyle/>
          <a:p>
            <a:r>
              <a:rPr lang="en-US" sz="3000" b="1"/>
              <a:t>Annex 2 – Questionnaire &amp; Scenario mapping</a:t>
            </a:r>
            <a:br>
              <a:rPr lang="en-US" sz="3000" b="1"/>
            </a:br>
            <a:endParaRPr lang="en-US" sz="3000" b="1"/>
          </a:p>
        </p:txBody>
      </p:sp>
    </p:spTree>
    <p:extLst>
      <p:ext uri="{BB962C8B-B14F-4D97-AF65-F5344CB8AC3E}">
        <p14:creationId xmlns:p14="http://schemas.microsoft.com/office/powerpoint/2010/main" val="4018008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8B2142-B186-B4AF-138E-F9421E9E5404}"/>
              </a:ext>
            </a:extLst>
          </p:cNvPr>
          <p:cNvSpPr>
            <a:spLocks noGrp="1"/>
          </p:cNvSpPr>
          <p:nvPr>
            <p:ph type="body" sz="quarter" idx="11"/>
          </p:nvPr>
        </p:nvSpPr>
        <p:spPr/>
        <p:txBody>
          <a:bodyPr/>
          <a:lstStyle/>
          <a:p>
            <a:r>
              <a:rPr lang="en-GB"/>
              <a:t>Questionnaire &amp; Scenario Mapping</a:t>
            </a:r>
          </a:p>
        </p:txBody>
      </p:sp>
      <p:sp>
        <p:nvSpPr>
          <p:cNvPr id="5" name="Rectangle 4">
            <a:extLst>
              <a:ext uri="{FF2B5EF4-FFF2-40B4-BE49-F238E27FC236}">
                <a16:creationId xmlns:a16="http://schemas.microsoft.com/office/drawing/2014/main" id="{23B72DEB-89D6-B638-5915-1E21CA41065D}"/>
              </a:ext>
            </a:extLst>
          </p:cNvPr>
          <p:cNvSpPr/>
          <p:nvPr/>
        </p:nvSpPr>
        <p:spPr>
          <a:xfrm>
            <a:off x="491460" y="924166"/>
            <a:ext cx="7036391" cy="2138011"/>
          </a:xfrm>
          <a:prstGeom prst="rect">
            <a:avLst/>
          </a:prstGeom>
          <a:no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spcAft>
                <a:spcPts val="600"/>
              </a:spcAft>
              <a:buFont typeface="Wingdings" panose="05000000000000000000" pitchFamily="2" charset="2"/>
              <a:buChar char="§"/>
              <a:tabLst>
                <a:tab pos="457200" algn="l"/>
              </a:tabLst>
            </a:pPr>
            <a:endParaRPr lang="en-US" sz="1600">
              <a:solidFill>
                <a:srgbClr val="002664"/>
              </a:solidFill>
              <a:latin typeface="Calibri" panose="020F0502020204030204" pitchFamily="34" charset="0"/>
            </a:endParaRPr>
          </a:p>
          <a:p>
            <a:pPr marL="285750" indent="-285750">
              <a:spcAft>
                <a:spcPts val="600"/>
              </a:spcAft>
              <a:buFont typeface="Wingdings" panose="05000000000000000000" pitchFamily="2" charset="2"/>
              <a:buChar char="§"/>
              <a:tabLst>
                <a:tab pos="457200" algn="l"/>
              </a:tabLst>
            </a:pPr>
            <a:r>
              <a:rPr lang="en-US" sz="1600" b="1">
                <a:solidFill>
                  <a:srgbClr val="002664"/>
                </a:solidFill>
                <a:latin typeface="Calibri" panose="020F0502020204030204" pitchFamily="34" charset="0"/>
              </a:rPr>
              <a:t>Questionnaire</a:t>
            </a:r>
            <a:r>
              <a:rPr lang="en-US" sz="1600">
                <a:solidFill>
                  <a:srgbClr val="002664"/>
                </a:solidFill>
                <a:latin typeface="Calibri" panose="020F0502020204030204" pitchFamily="34" charset="0"/>
              </a:rPr>
              <a:t> – The attachment includes the following TABs</a:t>
            </a:r>
          </a:p>
          <a:p>
            <a:pPr marL="742950" lvl="1" indent="-285750">
              <a:spcAft>
                <a:spcPts val="600"/>
              </a:spcAft>
              <a:buFont typeface="Wingdings" panose="05000000000000000000" pitchFamily="2" charset="2"/>
              <a:buChar char="ü"/>
              <a:tabLst>
                <a:tab pos="457200" algn="l"/>
              </a:tabLst>
            </a:pPr>
            <a:r>
              <a:rPr lang="en-US" sz="1600" i="1">
                <a:solidFill>
                  <a:srgbClr val="002664"/>
                </a:solidFill>
                <a:latin typeface="Calibri" panose="020F0502020204030204" pitchFamily="34" charset="0"/>
              </a:rPr>
              <a:t>Risk Typologies</a:t>
            </a:r>
            <a:r>
              <a:rPr lang="en-US" sz="1600">
                <a:solidFill>
                  <a:srgbClr val="002664"/>
                </a:solidFill>
                <a:latin typeface="Calibri" panose="020F0502020204030204" pitchFamily="34" charset="0"/>
              </a:rPr>
              <a:t>: the list of questions discussed to assess the applicability of the Risk Typologies and the answers provided anyhow by UC CZ.</a:t>
            </a:r>
          </a:p>
          <a:p>
            <a:pPr marL="742950" lvl="1" indent="-285750">
              <a:spcAft>
                <a:spcPts val="600"/>
              </a:spcAft>
              <a:buFont typeface="Wingdings" panose="05000000000000000000" pitchFamily="2" charset="2"/>
              <a:buChar char="ü"/>
              <a:tabLst>
                <a:tab pos="457200" algn="l"/>
              </a:tabLst>
            </a:pPr>
            <a:r>
              <a:rPr lang="en-US" sz="1600" i="1">
                <a:solidFill>
                  <a:srgbClr val="002664"/>
                </a:solidFill>
                <a:latin typeface="Calibri" panose="020F0502020204030204" pitchFamily="34" charset="0"/>
              </a:rPr>
              <a:t>Questionnaire</a:t>
            </a:r>
            <a:r>
              <a:rPr lang="en-US" sz="1600">
                <a:solidFill>
                  <a:srgbClr val="002664"/>
                </a:solidFill>
                <a:latin typeface="Calibri" panose="020F0502020204030204" pitchFamily="34" charset="0"/>
              </a:rPr>
              <a:t>: covering the topics related to: Red Flags and Risk Typologies from local Authorities, </a:t>
            </a:r>
            <a:r>
              <a:rPr lang="en-US" sz="1600" err="1">
                <a:solidFill>
                  <a:srgbClr val="002664"/>
                </a:solidFill>
                <a:latin typeface="Calibri" panose="020F0502020204030204" pitchFamily="34" charset="0"/>
              </a:rPr>
              <a:t>TxM</a:t>
            </a:r>
            <a:r>
              <a:rPr lang="en-US" sz="1600">
                <a:solidFill>
                  <a:srgbClr val="002664"/>
                </a:solidFill>
                <a:latin typeface="Calibri" panose="020F0502020204030204" pitchFamily="34" charset="0"/>
              </a:rPr>
              <a:t> tool in use, Local Scenario required</a:t>
            </a:r>
          </a:p>
          <a:p>
            <a:pPr lvl="1">
              <a:spcAft>
                <a:spcPts val="600"/>
              </a:spcAft>
              <a:tabLst>
                <a:tab pos="457200" algn="l"/>
              </a:tabLst>
            </a:pPr>
            <a:endParaRPr lang="en-US" sz="1600">
              <a:solidFill>
                <a:srgbClr val="002664"/>
              </a:solidFill>
              <a:latin typeface="Calibri" panose="020F0502020204030204" pitchFamily="34" charset="0"/>
            </a:endParaRPr>
          </a:p>
        </p:txBody>
      </p:sp>
      <p:sp>
        <p:nvSpPr>
          <p:cNvPr id="6" name="Rectangle 5">
            <a:extLst>
              <a:ext uri="{FF2B5EF4-FFF2-40B4-BE49-F238E27FC236}">
                <a16:creationId xmlns:a16="http://schemas.microsoft.com/office/drawing/2014/main" id="{48E43808-A9CE-BA5D-D207-C51B72833753}"/>
              </a:ext>
            </a:extLst>
          </p:cNvPr>
          <p:cNvSpPr/>
          <p:nvPr/>
        </p:nvSpPr>
        <p:spPr>
          <a:xfrm>
            <a:off x="491460" y="3429000"/>
            <a:ext cx="7036391" cy="1957257"/>
          </a:xfrm>
          <a:prstGeom prst="rect">
            <a:avLst/>
          </a:prstGeom>
          <a:no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spcAft>
                <a:spcPts val="600"/>
              </a:spcAft>
              <a:buFont typeface="Wingdings" panose="05000000000000000000" pitchFamily="2" charset="2"/>
              <a:buChar char="§"/>
              <a:tabLst>
                <a:tab pos="457200" algn="l"/>
              </a:tabLst>
            </a:pPr>
            <a:r>
              <a:rPr lang="en-US" sz="1600" b="1">
                <a:solidFill>
                  <a:srgbClr val="002664"/>
                </a:solidFill>
                <a:latin typeface="Calibri" panose="020F0502020204030204" pitchFamily="34" charset="0"/>
              </a:rPr>
              <a:t>Local Risk Typologies and Scenarios mapping </a:t>
            </a:r>
            <a:r>
              <a:rPr lang="en-US" sz="1600">
                <a:solidFill>
                  <a:srgbClr val="002664"/>
                </a:solidFill>
                <a:latin typeface="Calibri" panose="020F0502020204030204" pitchFamily="34" charset="0"/>
              </a:rPr>
              <a:t>– The attachment includes the following TABs:</a:t>
            </a:r>
          </a:p>
          <a:p>
            <a:pPr marL="742950" lvl="1" indent="-285750">
              <a:spcAft>
                <a:spcPts val="600"/>
              </a:spcAft>
              <a:buFont typeface="Wingdings" panose="05000000000000000000" pitchFamily="2" charset="2"/>
              <a:buChar char="ü"/>
              <a:tabLst>
                <a:tab pos="457200" algn="l"/>
              </a:tabLst>
            </a:pPr>
            <a:r>
              <a:rPr lang="en-US" sz="1600" i="1">
                <a:solidFill>
                  <a:srgbClr val="002664"/>
                </a:solidFill>
                <a:latin typeface="Calibri" panose="020F0502020204030204" pitchFamily="34" charset="0"/>
              </a:rPr>
              <a:t>Local Scenario questions</a:t>
            </a:r>
            <a:r>
              <a:rPr lang="en-US" sz="1600">
                <a:solidFill>
                  <a:srgbClr val="002664"/>
                </a:solidFill>
                <a:latin typeface="Calibri" panose="020F0502020204030204" pitchFamily="34" charset="0"/>
              </a:rPr>
              <a:t>: a mapping of Group Risk Typologies vs Scenarios currently in use at local level and any related Q/A and the Target Scenarios to be implemented</a:t>
            </a:r>
          </a:p>
          <a:p>
            <a:pPr marL="742950" lvl="1" indent="-285750">
              <a:spcAft>
                <a:spcPts val="600"/>
              </a:spcAft>
              <a:buFont typeface="Wingdings" panose="05000000000000000000" pitchFamily="2" charset="2"/>
              <a:buChar char="ü"/>
              <a:tabLst>
                <a:tab pos="457200" algn="l"/>
              </a:tabLst>
            </a:pPr>
            <a:r>
              <a:rPr lang="en-US" sz="1600" i="1">
                <a:solidFill>
                  <a:srgbClr val="002664"/>
                </a:solidFill>
                <a:latin typeface="Calibri" panose="020F0502020204030204" pitchFamily="34" charset="0"/>
              </a:rPr>
              <a:t>Cove</a:t>
            </a:r>
            <a:r>
              <a:rPr lang="en-US" sz="1600">
                <a:solidFill>
                  <a:srgbClr val="002664"/>
                </a:solidFill>
                <a:latin typeface="Calibri" panose="020F0502020204030204" pitchFamily="34" charset="0"/>
              </a:rPr>
              <a:t>r: includes 3 tables summarizing statistics and outcomes related to Target scenarios to be implemented</a:t>
            </a:r>
          </a:p>
        </p:txBody>
      </p:sp>
      <p:graphicFrame>
        <p:nvGraphicFramePr>
          <p:cNvPr id="4" name="Object 3">
            <a:extLst>
              <a:ext uri="{FF2B5EF4-FFF2-40B4-BE49-F238E27FC236}">
                <a16:creationId xmlns:a16="http://schemas.microsoft.com/office/drawing/2014/main" id="{A85C10D3-4ACD-3AE9-84F9-1C887B112FAA}"/>
              </a:ext>
            </a:extLst>
          </p:cNvPr>
          <p:cNvGraphicFramePr>
            <a:graphicFrameLocks noChangeAspect="1"/>
          </p:cNvGraphicFramePr>
          <p:nvPr>
            <p:extLst>
              <p:ext uri="{D42A27DB-BD31-4B8C-83A1-F6EECF244321}">
                <p14:modId xmlns:p14="http://schemas.microsoft.com/office/powerpoint/2010/main" val="4140480473"/>
              </p:ext>
            </p:extLst>
          </p:nvPr>
        </p:nvGraphicFramePr>
        <p:xfrm>
          <a:off x="9209314" y="1254243"/>
          <a:ext cx="914400" cy="806450"/>
        </p:xfrm>
        <a:graphic>
          <a:graphicData uri="http://schemas.openxmlformats.org/presentationml/2006/ole">
            <mc:AlternateContent xmlns:mc="http://schemas.openxmlformats.org/markup-compatibility/2006">
              <mc:Choice xmlns:v="urn:schemas-microsoft-com:vml" Requires="v">
                <p:oleObj name="Worksheet" showAsIcon="1" r:id="rId2" imgW="914400" imgH="806400" progId="Excel.Sheet.12">
                  <p:embed/>
                </p:oleObj>
              </mc:Choice>
              <mc:Fallback>
                <p:oleObj name="Worksheet" showAsIcon="1" r:id="rId2" imgW="914400" imgH="806400" progId="Excel.Sheet.12">
                  <p:embed/>
                  <p:pic>
                    <p:nvPicPr>
                      <p:cNvPr id="4" name="Object 3">
                        <a:extLst>
                          <a:ext uri="{FF2B5EF4-FFF2-40B4-BE49-F238E27FC236}">
                            <a16:creationId xmlns:a16="http://schemas.microsoft.com/office/drawing/2014/main" id="{A85C10D3-4ACD-3AE9-84F9-1C887B112FAA}"/>
                          </a:ext>
                        </a:extLst>
                      </p:cNvPr>
                      <p:cNvPicPr/>
                      <p:nvPr/>
                    </p:nvPicPr>
                    <p:blipFill>
                      <a:blip r:embed="rId3"/>
                      <a:stretch>
                        <a:fillRect/>
                      </a:stretch>
                    </p:blipFill>
                    <p:spPr>
                      <a:xfrm>
                        <a:off x="9209314" y="1254243"/>
                        <a:ext cx="914400" cy="80645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6369EDF-4A64-0655-A743-96913A293340}"/>
              </a:ext>
            </a:extLst>
          </p:cNvPr>
          <p:cNvGraphicFramePr>
            <a:graphicFrameLocks noChangeAspect="1"/>
          </p:cNvGraphicFramePr>
          <p:nvPr>
            <p:extLst>
              <p:ext uri="{D42A27DB-BD31-4B8C-83A1-F6EECF244321}">
                <p14:modId xmlns:p14="http://schemas.microsoft.com/office/powerpoint/2010/main" val="1349050506"/>
              </p:ext>
            </p:extLst>
          </p:nvPr>
        </p:nvGraphicFramePr>
        <p:xfrm>
          <a:off x="9209314" y="4002433"/>
          <a:ext cx="914400" cy="806450"/>
        </p:xfrm>
        <a:graphic>
          <a:graphicData uri="http://schemas.openxmlformats.org/presentationml/2006/ole">
            <mc:AlternateContent xmlns:mc="http://schemas.openxmlformats.org/markup-compatibility/2006">
              <mc:Choice xmlns:v="urn:schemas-microsoft-com:vml" Requires="v">
                <p:oleObj name="Worksheet" showAsIcon="1" r:id="rId4" imgW="914400" imgH="806400" progId="Excel.Sheet.12">
                  <p:embed/>
                </p:oleObj>
              </mc:Choice>
              <mc:Fallback>
                <p:oleObj name="Worksheet" showAsIcon="1" r:id="rId4" imgW="914400" imgH="806400" progId="Excel.Sheet.12">
                  <p:embed/>
                  <p:pic>
                    <p:nvPicPr>
                      <p:cNvPr id="7" name="Object 6">
                        <a:extLst>
                          <a:ext uri="{FF2B5EF4-FFF2-40B4-BE49-F238E27FC236}">
                            <a16:creationId xmlns:a16="http://schemas.microsoft.com/office/drawing/2014/main" id="{66369EDF-4A64-0655-A743-96913A293340}"/>
                          </a:ext>
                        </a:extLst>
                      </p:cNvPr>
                      <p:cNvPicPr/>
                      <p:nvPr/>
                    </p:nvPicPr>
                    <p:blipFill>
                      <a:blip r:embed="rId5"/>
                      <a:stretch>
                        <a:fillRect/>
                      </a:stretch>
                    </p:blipFill>
                    <p:spPr>
                      <a:xfrm>
                        <a:off x="9209314" y="4002433"/>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2007771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8534-6355-EE4C-B32D-6CF8155C72EA}"/>
              </a:ext>
            </a:extLst>
          </p:cNvPr>
          <p:cNvSpPr>
            <a:spLocks noGrp="1"/>
          </p:cNvSpPr>
          <p:nvPr>
            <p:ph type="title"/>
          </p:nvPr>
        </p:nvSpPr>
        <p:spPr/>
        <p:txBody>
          <a:bodyPr/>
          <a:lstStyle/>
          <a:p>
            <a:r>
              <a:rPr lang="en-US" sz="3000" b="1"/>
              <a:t>Annex 3 – Focus on UC Factoring</a:t>
            </a:r>
            <a:br>
              <a:rPr lang="en-US" sz="3000" b="1"/>
            </a:br>
            <a:endParaRPr lang="en-US" sz="3000" b="1"/>
          </a:p>
        </p:txBody>
      </p:sp>
    </p:spTree>
    <p:extLst>
      <p:ext uri="{BB962C8B-B14F-4D97-AF65-F5344CB8AC3E}">
        <p14:creationId xmlns:p14="http://schemas.microsoft.com/office/powerpoint/2010/main" val="649688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482794-5200-87F6-2FAA-34C45CB8A2DE}"/>
              </a:ext>
            </a:extLst>
          </p:cNvPr>
          <p:cNvSpPr>
            <a:spLocks noGrp="1"/>
          </p:cNvSpPr>
          <p:nvPr>
            <p:ph type="body" sz="quarter" idx="11"/>
          </p:nvPr>
        </p:nvSpPr>
        <p:spPr/>
        <p:txBody>
          <a:bodyPr/>
          <a:lstStyle/>
          <a:p>
            <a:r>
              <a:rPr lang="en-US"/>
              <a:t>Focus on UC Factoring</a:t>
            </a:r>
          </a:p>
        </p:txBody>
      </p:sp>
      <p:sp>
        <p:nvSpPr>
          <p:cNvPr id="25" name="Rectangle 24">
            <a:extLst>
              <a:ext uri="{FF2B5EF4-FFF2-40B4-BE49-F238E27FC236}">
                <a16:creationId xmlns:a16="http://schemas.microsoft.com/office/drawing/2014/main" id="{C265B4ED-8870-F6CD-EE95-D9FCD8A6C6E6}"/>
              </a:ext>
            </a:extLst>
          </p:cNvPr>
          <p:cNvSpPr/>
          <p:nvPr/>
        </p:nvSpPr>
        <p:spPr>
          <a:xfrm>
            <a:off x="376841" y="1102456"/>
            <a:ext cx="11379200" cy="267709"/>
          </a:xfrm>
          <a:prstGeom prst="rect">
            <a:avLst/>
          </a:prstGeom>
          <a:solidFill>
            <a:schemeClr val="bg2"/>
          </a:solid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just">
              <a:lnSpc>
                <a:spcPts val="1200"/>
              </a:lnSpc>
              <a:spcAft>
                <a:spcPts val="600"/>
              </a:spcAft>
              <a:buFont typeface="Wingdings" panose="05000000000000000000" pitchFamily="2" charset="2"/>
              <a:buChar char=""/>
              <a:tabLst>
                <a:tab pos="914400" algn="l"/>
              </a:tabLst>
            </a:pPr>
            <a:r>
              <a:rPr lang="en-GB" sz="1400">
                <a:solidFill>
                  <a:srgbClr val="002664"/>
                </a:solidFill>
                <a:effectLst/>
                <a:latin typeface="Calibri" panose="020F0502020204030204" pitchFamily="34" charset="0"/>
                <a:ea typeface="Calibri" panose="020F0502020204030204" pitchFamily="34" charset="0"/>
              </a:rPr>
              <a:t>The table below lists all the </a:t>
            </a:r>
            <a:r>
              <a:rPr lang="en-GB" sz="1400" b="1">
                <a:solidFill>
                  <a:srgbClr val="002664"/>
                </a:solidFill>
                <a:effectLst/>
                <a:latin typeface="Calibri" panose="020F0502020204030204" pitchFamily="34" charset="0"/>
                <a:ea typeface="Calibri" panose="020F0502020204030204" pitchFamily="34" charset="0"/>
              </a:rPr>
              <a:t>RTs </a:t>
            </a:r>
            <a:r>
              <a:rPr lang="en-GB" sz="1400" b="1">
                <a:solidFill>
                  <a:srgbClr val="002664"/>
                </a:solidFill>
                <a:latin typeface="Calibri" panose="020F0502020204030204" pitchFamily="34" charset="0"/>
                <a:ea typeface="Calibri" panose="020F0502020204030204" pitchFamily="34" charset="0"/>
              </a:rPr>
              <a:t>proposed for monitoring </a:t>
            </a:r>
            <a:r>
              <a:rPr lang="en-GB" sz="1400">
                <a:solidFill>
                  <a:srgbClr val="002664"/>
                </a:solidFill>
                <a:latin typeface="Calibri" panose="020F0502020204030204" pitchFamily="34" charset="0"/>
                <a:ea typeface="Calibri" panose="020F0502020204030204" pitchFamily="34" charset="0"/>
              </a:rPr>
              <a:t>and </a:t>
            </a:r>
            <a:r>
              <a:rPr lang="en-US" sz="1400">
                <a:solidFill>
                  <a:schemeClr val="tx2"/>
                </a:solidFill>
                <a:latin typeface="Calibri" panose="020F0502020204030204" pitchFamily="34" charset="0"/>
                <a:ea typeface="Calibri" panose="020F0502020204030204" pitchFamily="34" charset="0"/>
                <a:cs typeface="Calibri" panose="020F0502020204030204" pitchFamily="34" charset="0"/>
              </a:rPr>
              <a:t>mapping based on scenarios applied at local Level.  </a:t>
            </a:r>
            <a:endParaRPr lang="en-GB" sz="1400">
              <a:solidFill>
                <a:srgbClr val="002664"/>
              </a:solidFill>
              <a:latin typeface="Calibri" panose="020F0502020204030204" pitchFamily="34" charset="0"/>
              <a:ea typeface="Calibri" panose="020F0502020204030204" pitchFamily="34" charset="0"/>
            </a:endParaRPr>
          </a:p>
        </p:txBody>
      </p:sp>
      <p:sp>
        <p:nvSpPr>
          <p:cNvPr id="26" name="Rectangle 25">
            <a:extLst>
              <a:ext uri="{FF2B5EF4-FFF2-40B4-BE49-F238E27FC236}">
                <a16:creationId xmlns:a16="http://schemas.microsoft.com/office/drawing/2014/main" id="{CE0A2FF8-246B-07F3-A1CE-43A4BE6F8CB3}"/>
              </a:ext>
            </a:extLst>
          </p:cNvPr>
          <p:cNvSpPr/>
          <p:nvPr/>
        </p:nvSpPr>
        <p:spPr>
          <a:xfrm>
            <a:off x="406400" y="4745686"/>
            <a:ext cx="4300871"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3. High risk Customers</a:t>
            </a:r>
          </a:p>
          <a:p>
            <a:pPr marR="4128">
              <a:lnSpc>
                <a:spcPts val="1219"/>
              </a:lnSpc>
              <a:spcBef>
                <a:spcPts val="0"/>
              </a:spcBef>
              <a:spcAft>
                <a:spcPts val="0"/>
              </a:spcAft>
              <a:buClr>
                <a:srgbClr val="309283"/>
              </a:buClr>
            </a:pPr>
            <a:endParaRPr lang="en-US" sz="10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A236B181-BE3F-633D-E87B-B8FB9FE92F35}"/>
              </a:ext>
            </a:extLst>
          </p:cNvPr>
          <p:cNvSpPr/>
          <p:nvPr/>
        </p:nvSpPr>
        <p:spPr>
          <a:xfrm>
            <a:off x="4827437" y="4756080"/>
            <a:ext cx="2178469" cy="210676"/>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3.2 Focal HR Entity</a:t>
            </a:r>
          </a:p>
        </p:txBody>
      </p:sp>
      <p:sp>
        <p:nvSpPr>
          <p:cNvPr id="32" name="Rectangle 31">
            <a:extLst>
              <a:ext uri="{FF2B5EF4-FFF2-40B4-BE49-F238E27FC236}">
                <a16:creationId xmlns:a16="http://schemas.microsoft.com/office/drawing/2014/main" id="{115888F7-A3D3-C9CC-B5B8-20D23236D9F8}"/>
              </a:ext>
            </a:extLst>
          </p:cNvPr>
          <p:cNvSpPr/>
          <p:nvPr/>
        </p:nvSpPr>
        <p:spPr>
          <a:xfrm>
            <a:off x="9836903" y="4681152"/>
            <a:ext cx="1865071"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35" name="Oval 34">
            <a:extLst>
              <a:ext uri="{FF2B5EF4-FFF2-40B4-BE49-F238E27FC236}">
                <a16:creationId xmlns:a16="http://schemas.microsoft.com/office/drawing/2014/main" id="{C48CA56E-1CD6-6F10-17B5-F793A3C45226}"/>
              </a:ext>
            </a:extLst>
          </p:cNvPr>
          <p:cNvSpPr/>
          <p:nvPr/>
        </p:nvSpPr>
        <p:spPr>
          <a:xfrm>
            <a:off x="264667" y="4781985"/>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1</a:t>
            </a:r>
          </a:p>
        </p:txBody>
      </p:sp>
      <p:sp>
        <p:nvSpPr>
          <p:cNvPr id="43" name="Rectangle 42">
            <a:extLst>
              <a:ext uri="{FF2B5EF4-FFF2-40B4-BE49-F238E27FC236}">
                <a16:creationId xmlns:a16="http://schemas.microsoft.com/office/drawing/2014/main" id="{03475035-0567-37AD-1DEC-1BF13E2F319E}"/>
              </a:ext>
            </a:extLst>
          </p:cNvPr>
          <p:cNvSpPr/>
          <p:nvPr/>
        </p:nvSpPr>
        <p:spPr>
          <a:xfrm>
            <a:off x="357512" y="3963366"/>
            <a:ext cx="11443158" cy="461683"/>
          </a:xfrm>
          <a:prstGeom prst="rect">
            <a:avLst/>
          </a:prstGeom>
          <a:solidFill>
            <a:schemeClr val="bg2"/>
          </a:solid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just">
              <a:lnSpc>
                <a:spcPts val="1200"/>
              </a:lnSpc>
              <a:spcAft>
                <a:spcPts val="600"/>
              </a:spcAft>
              <a:buFont typeface="Wingdings" panose="05000000000000000000" pitchFamily="2" charset="2"/>
              <a:buChar char=""/>
              <a:tabLst>
                <a:tab pos="914400" algn="l"/>
              </a:tabLst>
            </a:pPr>
            <a:r>
              <a:rPr lang="en-GB" sz="1400">
                <a:solidFill>
                  <a:srgbClr val="002664"/>
                </a:solidFill>
                <a:effectLst/>
                <a:latin typeface="Calibri" panose="020F0502020204030204" pitchFamily="34" charset="0"/>
                <a:ea typeface="Calibri" panose="020F0502020204030204" pitchFamily="34" charset="0"/>
              </a:rPr>
              <a:t>The table below lists all the </a:t>
            </a:r>
            <a:r>
              <a:rPr lang="en-GB" sz="1400" b="1">
                <a:solidFill>
                  <a:srgbClr val="002664"/>
                </a:solidFill>
                <a:effectLst/>
                <a:latin typeface="Calibri" panose="020F0502020204030204" pitchFamily="34" charset="0"/>
                <a:ea typeface="Calibri" panose="020F0502020204030204" pitchFamily="34" charset="0"/>
              </a:rPr>
              <a:t>RTs </a:t>
            </a:r>
            <a:r>
              <a:rPr lang="en-GB" sz="1400" b="1">
                <a:solidFill>
                  <a:srgbClr val="002664"/>
                </a:solidFill>
                <a:latin typeface="Calibri" panose="020F0502020204030204" pitchFamily="34" charset="0"/>
                <a:ea typeface="Calibri" panose="020F0502020204030204" pitchFamily="34" charset="0"/>
              </a:rPr>
              <a:t>proposed for monitoring and the coverage provided by OOTB Mantas Scenarios. </a:t>
            </a:r>
            <a:endParaRPr lang="en-GB" sz="1400">
              <a:solidFill>
                <a:srgbClr val="002664"/>
              </a:solidFill>
              <a:latin typeface="Calibri" panose="020F0502020204030204" pitchFamily="34" charset="0"/>
              <a:ea typeface="Calibri" panose="020F0502020204030204" pitchFamily="34" charset="0"/>
            </a:endParaRPr>
          </a:p>
          <a:p>
            <a:pPr marL="285750" indent="-285750" algn="just">
              <a:lnSpc>
                <a:spcPts val="1200"/>
              </a:lnSpc>
              <a:spcAft>
                <a:spcPts val="600"/>
              </a:spcAft>
              <a:buFont typeface="Wingdings" panose="05000000000000000000" pitchFamily="2" charset="2"/>
              <a:buChar char=""/>
              <a:tabLst>
                <a:tab pos="914400" algn="l"/>
              </a:tabLst>
            </a:pPr>
            <a:r>
              <a:rPr lang="en-GB" sz="1400" b="1">
                <a:solidFill>
                  <a:srgbClr val="002664"/>
                </a:solidFill>
                <a:effectLst/>
                <a:latin typeface="Calibri" panose="020F0502020204030204" pitchFamily="34" charset="0"/>
                <a:ea typeface="Calibri" panose="020F0502020204030204" pitchFamily="34" charset="0"/>
              </a:rPr>
              <a:t>All the 4 RTs </a:t>
            </a:r>
            <a:r>
              <a:rPr lang="en-GB" sz="1400">
                <a:solidFill>
                  <a:srgbClr val="002664"/>
                </a:solidFill>
                <a:effectLst/>
                <a:latin typeface="Calibri" panose="020F0502020204030204" pitchFamily="34" charset="0"/>
                <a:ea typeface="Calibri" panose="020F0502020204030204" pitchFamily="34" charset="0"/>
              </a:rPr>
              <a:t>proposed for monitoring </a:t>
            </a:r>
            <a:r>
              <a:rPr lang="en-GB" sz="1400">
                <a:solidFill>
                  <a:srgbClr val="002664"/>
                </a:solidFill>
                <a:latin typeface="Calibri" panose="020F0502020204030204" pitchFamily="34" charset="0"/>
                <a:ea typeface="Calibri" panose="020F0502020204030204" pitchFamily="34" charset="0"/>
              </a:rPr>
              <a:t>are fully covered by </a:t>
            </a:r>
            <a:r>
              <a:rPr lang="en-GB" sz="1400" b="1">
                <a:solidFill>
                  <a:srgbClr val="002664"/>
                </a:solidFill>
                <a:latin typeface="Calibri" panose="020F0502020204030204" pitchFamily="34" charset="0"/>
                <a:ea typeface="Calibri" panose="020F0502020204030204" pitchFamily="34" charset="0"/>
              </a:rPr>
              <a:t># 5 </a:t>
            </a:r>
            <a:r>
              <a:rPr lang="en-GB" sz="1400">
                <a:solidFill>
                  <a:srgbClr val="002664"/>
                </a:solidFill>
                <a:latin typeface="Calibri" panose="020F0502020204030204" pitchFamily="34" charset="0"/>
                <a:ea typeface="Calibri" panose="020F0502020204030204" pitchFamily="34" charset="0"/>
              </a:rPr>
              <a:t>Mantas Scenarios</a:t>
            </a:r>
          </a:p>
        </p:txBody>
      </p:sp>
      <p:sp>
        <p:nvSpPr>
          <p:cNvPr id="48" name="Isosceles Triangle 47">
            <a:extLst>
              <a:ext uri="{FF2B5EF4-FFF2-40B4-BE49-F238E27FC236}">
                <a16:creationId xmlns:a16="http://schemas.microsoft.com/office/drawing/2014/main" id="{A957AAC2-E889-CDA4-0A06-3356D7D9824E}"/>
              </a:ext>
            </a:extLst>
          </p:cNvPr>
          <p:cNvSpPr/>
          <p:nvPr/>
        </p:nvSpPr>
        <p:spPr>
          <a:xfrm rot="5400000">
            <a:off x="4786576" y="1988426"/>
            <a:ext cx="935135" cy="154630"/>
          </a:xfrm>
          <a:prstGeom prst="triangle">
            <a:avLst>
              <a:gd name="adj" fmla="val 42907"/>
            </a:avLst>
          </a:prstGeom>
          <a:solidFill>
            <a:srgbClr val="002664"/>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endParaRPr lang="en-GB" sz="1100">
              <a:latin typeface="Calibri" panose="020F0502020204030204" pitchFamily="34" charset="0"/>
              <a:ea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8930CE5D-9E55-539B-9F0D-4B25E23EB277}"/>
              </a:ext>
            </a:extLst>
          </p:cNvPr>
          <p:cNvSpPr/>
          <p:nvPr/>
        </p:nvSpPr>
        <p:spPr>
          <a:xfrm>
            <a:off x="5415086" y="1601471"/>
            <a:ext cx="6286888" cy="927610"/>
          </a:xfrm>
          <a:prstGeom prst="rect">
            <a:avLst/>
          </a:prstGeom>
          <a:noFill/>
          <a:ln w="31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just">
              <a:lnSpc>
                <a:spcPts val="1200"/>
              </a:lnSpc>
              <a:spcAft>
                <a:spcPts val="600"/>
              </a:spcAft>
              <a:buFont typeface="Wingdings" panose="05000000000000000000" pitchFamily="2" charset="2"/>
              <a:buChar char=""/>
              <a:tabLst>
                <a:tab pos="914400" algn="l"/>
              </a:tabLst>
            </a:pPr>
            <a:r>
              <a:rPr lang="en-GB" sz="1400">
                <a:solidFill>
                  <a:srgbClr val="002664"/>
                </a:solidFill>
                <a:effectLst/>
                <a:latin typeface="Calibri" panose="020F0502020204030204" pitchFamily="34" charset="0"/>
                <a:ea typeface="Calibri" panose="020F0502020204030204" pitchFamily="34" charset="0"/>
              </a:rPr>
              <a:t>The table on the left shows all the </a:t>
            </a:r>
            <a:r>
              <a:rPr lang="en-GB" sz="1400" b="1">
                <a:solidFill>
                  <a:srgbClr val="002664"/>
                </a:solidFill>
                <a:effectLst/>
                <a:latin typeface="Calibri" panose="020F0502020204030204" pitchFamily="34" charset="0"/>
                <a:ea typeface="Calibri" panose="020F0502020204030204" pitchFamily="34" charset="0"/>
              </a:rPr>
              <a:t>RTs applicable to UC Factoring</a:t>
            </a:r>
            <a:r>
              <a:rPr lang="en-GB" sz="1400">
                <a:solidFill>
                  <a:srgbClr val="002664"/>
                </a:solidFill>
                <a:effectLst/>
                <a:latin typeface="Calibri" panose="020F0502020204030204" pitchFamily="34" charset="0"/>
                <a:ea typeface="Calibri" panose="020F0502020204030204" pitchFamily="34" charset="0"/>
              </a:rPr>
              <a:t>. Considering that all the clients of UC Factoring are </a:t>
            </a:r>
            <a:r>
              <a:rPr lang="en-GB" sz="1400">
                <a:solidFill>
                  <a:srgbClr val="002664"/>
                </a:solidFill>
                <a:latin typeface="Calibri" panose="020F0502020204030204" pitchFamily="34" charset="0"/>
                <a:ea typeface="Calibri" panose="020F0502020204030204" pitchFamily="34" charset="0"/>
              </a:rPr>
              <a:t>shared with UCB CZ, the mapping relies on local  scenarios in place at UCB CZ</a:t>
            </a:r>
          </a:p>
          <a:p>
            <a:pPr marL="285750" indent="-285750" algn="just">
              <a:lnSpc>
                <a:spcPts val="1200"/>
              </a:lnSpc>
              <a:spcAft>
                <a:spcPts val="600"/>
              </a:spcAft>
              <a:buFont typeface="Wingdings" panose="05000000000000000000" pitchFamily="2" charset="2"/>
              <a:buChar char=""/>
              <a:tabLst>
                <a:tab pos="914400" algn="l"/>
              </a:tabLst>
            </a:pPr>
            <a:r>
              <a:rPr lang="en-GB" sz="1400">
                <a:solidFill>
                  <a:srgbClr val="002664"/>
                </a:solidFill>
                <a:latin typeface="Calibri" panose="020F0502020204030204" pitchFamily="34" charset="0"/>
                <a:ea typeface="Calibri" panose="020F0502020204030204" pitchFamily="34" charset="0"/>
              </a:rPr>
              <a:t>RT 1,2, 3 and 8 are covered by local scenarios at UCB CZ</a:t>
            </a:r>
          </a:p>
        </p:txBody>
      </p:sp>
      <p:sp>
        <p:nvSpPr>
          <p:cNvPr id="50" name="Rectangle 49">
            <a:extLst>
              <a:ext uri="{FF2B5EF4-FFF2-40B4-BE49-F238E27FC236}">
                <a16:creationId xmlns:a16="http://schemas.microsoft.com/office/drawing/2014/main" id="{83FD0500-0994-1F18-511D-312DDAAC515F}"/>
              </a:ext>
            </a:extLst>
          </p:cNvPr>
          <p:cNvSpPr/>
          <p:nvPr/>
        </p:nvSpPr>
        <p:spPr>
          <a:xfrm>
            <a:off x="4422179" y="2849916"/>
            <a:ext cx="627009" cy="120915"/>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baseline="30000">
              <a:solidFill>
                <a:schemeClr val="tx1"/>
              </a:solidFill>
              <a:latin typeface="Calibri" panose="020F0502020204030204" pitchFamily="34" charset="0"/>
              <a:cs typeface="Calibri" panose="020F0502020204030204" pitchFamily="34" charset="0"/>
            </a:endParaRPr>
          </a:p>
        </p:txBody>
      </p:sp>
      <p:sp>
        <p:nvSpPr>
          <p:cNvPr id="51" name="Rectangle 50">
            <a:extLst>
              <a:ext uri="{FF2B5EF4-FFF2-40B4-BE49-F238E27FC236}">
                <a16:creationId xmlns:a16="http://schemas.microsoft.com/office/drawing/2014/main" id="{FCDA9490-331A-E2A9-BBF6-3F96D739E705}"/>
              </a:ext>
            </a:extLst>
          </p:cNvPr>
          <p:cNvSpPr/>
          <p:nvPr/>
        </p:nvSpPr>
        <p:spPr>
          <a:xfrm>
            <a:off x="4422179" y="2626100"/>
            <a:ext cx="627008" cy="120915"/>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800" baseline="30000">
              <a:solidFill>
                <a:schemeClr val="tx1"/>
              </a:solidFill>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BE89309D-88DE-6B87-D750-93ADF1B220A4}"/>
              </a:ext>
            </a:extLst>
          </p:cNvPr>
          <p:cNvSpPr txBox="1"/>
          <p:nvPr/>
        </p:nvSpPr>
        <p:spPr>
          <a:xfrm>
            <a:off x="2650965" y="2643046"/>
            <a:ext cx="1616723" cy="107722"/>
          </a:xfrm>
          <a:prstGeom prst="rect">
            <a:avLst/>
          </a:prstGeom>
          <a:solidFill>
            <a:schemeClr val="bg1"/>
          </a:solidFill>
        </p:spPr>
        <p:txBody>
          <a:bodyPr wrap="square" lIns="0" tIns="0" rIns="0" bIns="0" rtlCol="0">
            <a:spAutoFit/>
          </a:bodyPr>
          <a:lstStyle/>
          <a:p>
            <a:pPr marR="4128" algn="ctr">
              <a:spcBef>
                <a:spcPts val="0"/>
              </a:spcBef>
              <a:spcAft>
                <a:spcPts val="0"/>
              </a:spcAft>
              <a:buClr>
                <a:srgbClr val="309283"/>
              </a:buClr>
            </a:pPr>
            <a:r>
              <a:rPr lang="en-US" sz="700" spc="-4">
                <a:solidFill>
                  <a:srgbClr val="002664"/>
                </a:solidFill>
                <a:latin typeface="Calibri" panose="020F0502020204030204" pitchFamily="34" charset="0"/>
                <a:cs typeface="Calibri" panose="020F0502020204030204" pitchFamily="34" charset="0"/>
              </a:rPr>
              <a:t>RT Applicable with Local Scenarios mapped </a:t>
            </a:r>
            <a:endParaRPr lang="en-US" sz="700" spc="-4">
              <a:solidFill>
                <a:srgbClr val="FF0000"/>
              </a:solidFill>
              <a:latin typeface="Calibri" panose="020F0502020204030204" pitchFamily="34" charset="0"/>
              <a:cs typeface="Calibri" panose="020F0502020204030204" pitchFamily="34" charset="0"/>
            </a:endParaRPr>
          </a:p>
        </p:txBody>
      </p:sp>
      <p:sp>
        <p:nvSpPr>
          <p:cNvPr id="53" name="TextBox 52">
            <a:extLst>
              <a:ext uri="{FF2B5EF4-FFF2-40B4-BE49-F238E27FC236}">
                <a16:creationId xmlns:a16="http://schemas.microsoft.com/office/drawing/2014/main" id="{F17168FB-420C-9C26-1296-EA9A765075EE}"/>
              </a:ext>
            </a:extLst>
          </p:cNvPr>
          <p:cNvSpPr txBox="1"/>
          <p:nvPr/>
        </p:nvSpPr>
        <p:spPr>
          <a:xfrm>
            <a:off x="2650966" y="2799410"/>
            <a:ext cx="1724094" cy="167995"/>
          </a:xfrm>
          <a:prstGeom prst="rect">
            <a:avLst/>
          </a:prstGeom>
          <a:solidFill>
            <a:schemeClr val="bg1"/>
          </a:solidFill>
        </p:spPr>
        <p:txBody>
          <a:bodyPr wrap="square" lIns="0" tIns="0" rIns="0" bIns="0" rtlCol="0">
            <a:spAutoFit/>
          </a:bodyPr>
          <a:lstStyle/>
          <a:p>
            <a:pPr marR="4128" algn="ctr">
              <a:lnSpc>
                <a:spcPts val="1544"/>
              </a:lnSpc>
              <a:spcBef>
                <a:spcPts val="0"/>
              </a:spcBef>
              <a:spcAft>
                <a:spcPts val="0"/>
              </a:spcAft>
              <a:buClr>
                <a:srgbClr val="309283"/>
              </a:buClr>
            </a:pPr>
            <a:r>
              <a:rPr lang="en-US" sz="700" spc="-4">
                <a:solidFill>
                  <a:srgbClr val="002664"/>
                </a:solidFill>
                <a:latin typeface="Calibri" panose="020F0502020204030204" pitchFamily="34" charset="0"/>
                <a:cs typeface="Calibri" panose="020F0502020204030204" pitchFamily="34" charset="0"/>
              </a:rPr>
              <a:t>RT Applicable with no Scenarios mapped</a:t>
            </a:r>
            <a:endParaRPr lang="en-US" sz="700" spc="-4">
              <a:solidFill>
                <a:srgbClr val="FF0000"/>
              </a:solidFill>
              <a:latin typeface="Calibri" panose="020F0502020204030204" pitchFamily="34" charset="0"/>
              <a:cs typeface="Calibri" panose="020F0502020204030204" pitchFamily="34" charset="0"/>
            </a:endParaRPr>
          </a:p>
        </p:txBody>
      </p:sp>
      <p:sp>
        <p:nvSpPr>
          <p:cNvPr id="55" name="TextBox 54">
            <a:extLst>
              <a:ext uri="{FF2B5EF4-FFF2-40B4-BE49-F238E27FC236}">
                <a16:creationId xmlns:a16="http://schemas.microsoft.com/office/drawing/2014/main" id="{8A09A371-582A-A2F1-6DA6-E6F1477CF574}"/>
              </a:ext>
            </a:extLst>
          </p:cNvPr>
          <p:cNvSpPr txBox="1"/>
          <p:nvPr/>
        </p:nvSpPr>
        <p:spPr>
          <a:xfrm>
            <a:off x="9836905" y="4486615"/>
            <a:ext cx="1865071" cy="178126"/>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1000" b="1" spc="-4">
                <a:solidFill>
                  <a:srgbClr val="002664"/>
                </a:solidFill>
                <a:latin typeface="Calibri" panose="020F0502020204030204" pitchFamily="34" charset="0"/>
                <a:cs typeface="Calibri" panose="020F0502020204030204" pitchFamily="34" charset="0"/>
              </a:rPr>
              <a:t>Final level of coverage</a:t>
            </a:r>
            <a:endParaRPr lang="en-US" sz="1000" spc="-4">
              <a:solidFill>
                <a:srgbClr val="FF0000"/>
              </a:solidFill>
              <a:latin typeface="Calibri" panose="020F0502020204030204" pitchFamily="34" charset="0"/>
              <a:cs typeface="Calibri" panose="020F0502020204030204" pitchFamily="34" charset="0"/>
            </a:endParaRPr>
          </a:p>
        </p:txBody>
      </p:sp>
      <p:sp>
        <p:nvSpPr>
          <p:cNvPr id="56" name="TextBox 55">
            <a:extLst>
              <a:ext uri="{FF2B5EF4-FFF2-40B4-BE49-F238E27FC236}">
                <a16:creationId xmlns:a16="http://schemas.microsoft.com/office/drawing/2014/main" id="{9CB431AE-8CF2-B647-ECEC-ED9CA7969A8A}"/>
              </a:ext>
            </a:extLst>
          </p:cNvPr>
          <p:cNvSpPr txBox="1"/>
          <p:nvPr/>
        </p:nvSpPr>
        <p:spPr>
          <a:xfrm>
            <a:off x="4784053" y="4498823"/>
            <a:ext cx="4293025" cy="177293"/>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975" b="1" spc="-4">
                <a:solidFill>
                  <a:srgbClr val="002664"/>
                </a:solidFill>
                <a:latin typeface="Calibri" panose="020F0502020204030204" pitchFamily="34" charset="0"/>
                <a:cs typeface="Calibri" panose="020F0502020204030204" pitchFamily="34" charset="0"/>
              </a:rPr>
              <a:t>Mantas Scenarios</a:t>
            </a:r>
            <a:endParaRPr lang="en-US" sz="975" spc="-4">
              <a:solidFill>
                <a:srgbClr val="FF0000"/>
              </a:solidFill>
              <a:latin typeface="Calibri" panose="020F0502020204030204" pitchFamily="34" charset="0"/>
              <a:cs typeface="Calibri" panose="020F0502020204030204" pitchFamily="34" charset="0"/>
            </a:endParaRPr>
          </a:p>
        </p:txBody>
      </p:sp>
      <p:sp>
        <p:nvSpPr>
          <p:cNvPr id="57" name="TextBox 56">
            <a:extLst>
              <a:ext uri="{FF2B5EF4-FFF2-40B4-BE49-F238E27FC236}">
                <a16:creationId xmlns:a16="http://schemas.microsoft.com/office/drawing/2014/main" id="{2E5799D9-06B3-0CCD-D468-C031763E4286}"/>
              </a:ext>
            </a:extLst>
          </p:cNvPr>
          <p:cNvSpPr txBox="1"/>
          <p:nvPr/>
        </p:nvSpPr>
        <p:spPr>
          <a:xfrm>
            <a:off x="357512" y="4506274"/>
            <a:ext cx="4349759" cy="177293"/>
          </a:xfrm>
          <a:prstGeom prst="rect">
            <a:avLst/>
          </a:prstGeom>
          <a:noFill/>
          <a:ln>
            <a:solidFill>
              <a:schemeClr val="tx2"/>
            </a:solidFill>
          </a:ln>
        </p:spPr>
        <p:txBody>
          <a:bodyPr wrap="square" lIns="0" tIns="0" rIns="0" bIns="0" rtlCol="0">
            <a:spAutoFit/>
          </a:bodyPr>
          <a:lstStyle/>
          <a:p>
            <a:pPr marR="4128" algn="ctr">
              <a:lnSpc>
                <a:spcPts val="1544"/>
              </a:lnSpc>
              <a:spcBef>
                <a:spcPts val="0"/>
              </a:spcBef>
              <a:spcAft>
                <a:spcPts val="0"/>
              </a:spcAft>
              <a:buClr>
                <a:srgbClr val="309283"/>
              </a:buClr>
            </a:pPr>
            <a:r>
              <a:rPr lang="en-US" sz="975" b="1" spc="-4">
                <a:solidFill>
                  <a:srgbClr val="002664"/>
                </a:solidFill>
                <a:latin typeface="Calibri" panose="020F0502020204030204" pitchFamily="34" charset="0"/>
                <a:cs typeface="Calibri" panose="020F0502020204030204" pitchFamily="34" charset="0"/>
              </a:rPr>
              <a:t>Risk Typologies</a:t>
            </a:r>
            <a:endParaRPr lang="en-US" sz="975" spc="-4">
              <a:solidFill>
                <a:srgbClr val="FF0000"/>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C266424B-C257-9E50-ADC9-181F6F0D5446}"/>
              </a:ext>
            </a:extLst>
          </p:cNvPr>
          <p:cNvSpPr/>
          <p:nvPr/>
        </p:nvSpPr>
        <p:spPr>
          <a:xfrm>
            <a:off x="357512" y="1533169"/>
            <a:ext cx="11428088" cy="1539216"/>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B8F213E4-4A9A-3946-8C45-7F82E8F0BE9D}"/>
              </a:ext>
            </a:extLst>
          </p:cNvPr>
          <p:cNvGraphicFramePr>
            <a:graphicFrameLocks noGrp="1"/>
          </p:cNvGraphicFramePr>
          <p:nvPr>
            <p:extLst>
              <p:ext uri="{D42A27DB-BD31-4B8C-83A1-F6EECF244321}">
                <p14:modId xmlns:p14="http://schemas.microsoft.com/office/powerpoint/2010/main" val="1150284515"/>
              </p:ext>
            </p:extLst>
          </p:nvPr>
        </p:nvGraphicFramePr>
        <p:xfrm>
          <a:off x="529108" y="1598173"/>
          <a:ext cx="4520079" cy="892794"/>
        </p:xfrm>
        <a:graphic>
          <a:graphicData uri="http://schemas.openxmlformats.org/drawingml/2006/table">
            <a:tbl>
              <a:tblPr/>
              <a:tblGrid>
                <a:gridCol w="600805">
                  <a:extLst>
                    <a:ext uri="{9D8B030D-6E8A-4147-A177-3AD203B41FA5}">
                      <a16:colId xmlns:a16="http://schemas.microsoft.com/office/drawing/2014/main" val="2643020444"/>
                    </a:ext>
                  </a:extLst>
                </a:gridCol>
                <a:gridCol w="3431119">
                  <a:extLst>
                    <a:ext uri="{9D8B030D-6E8A-4147-A177-3AD203B41FA5}">
                      <a16:colId xmlns:a16="http://schemas.microsoft.com/office/drawing/2014/main" val="1119372012"/>
                    </a:ext>
                  </a:extLst>
                </a:gridCol>
                <a:gridCol w="488155">
                  <a:extLst>
                    <a:ext uri="{9D8B030D-6E8A-4147-A177-3AD203B41FA5}">
                      <a16:colId xmlns:a16="http://schemas.microsoft.com/office/drawing/2014/main" val="270875595"/>
                    </a:ext>
                  </a:extLst>
                </a:gridCol>
              </a:tblGrid>
              <a:tr h="262687">
                <a:tc>
                  <a:txBody>
                    <a:bodyPr/>
                    <a:lstStyle/>
                    <a:p>
                      <a:pPr algn="l" fontAlgn="ctr"/>
                      <a:r>
                        <a:rPr lang="en-US" sz="800" b="1" i="0" u="none" strike="noStrike">
                          <a:solidFill>
                            <a:srgbClr val="FFFFFF"/>
                          </a:solidFill>
                          <a:effectLst/>
                          <a:latin typeface="Calibri" panose="020F0502020204030204" pitchFamily="34" charset="0"/>
                        </a:rPr>
                        <a:t>RT id</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fontAlgn="ctr"/>
                      <a:r>
                        <a:rPr lang="en-US" sz="800" b="1" i="0" u="none" strike="noStrike">
                          <a:solidFill>
                            <a:srgbClr val="FFFFFF"/>
                          </a:solidFill>
                          <a:effectLst/>
                          <a:latin typeface="Calibri" panose="020F0502020204030204" pitchFamily="34" charset="0"/>
                        </a:rPr>
                        <a:t>Group Risk Typology description</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800" b="1" i="0" u="none" strike="noStrike">
                          <a:solidFill>
                            <a:srgbClr val="FFFFFF"/>
                          </a:solidFill>
                          <a:effectLst/>
                          <a:latin typeface="Calibri" panose="020F0502020204030204" pitchFamily="34" charset="0"/>
                        </a:rPr>
                        <a:t>UC Factoring </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874827976"/>
                  </a:ext>
                </a:extLst>
              </a:tr>
              <a:tr h="119573">
                <a:tc>
                  <a:txBody>
                    <a:bodyPr/>
                    <a:lstStyle/>
                    <a:p>
                      <a:pPr algn="ctr" fontAlgn="ctr"/>
                      <a:r>
                        <a:rPr lang="en-US" sz="800" b="1" i="0" u="none" strike="noStrike">
                          <a:solidFill>
                            <a:srgbClr val="FFFFFF"/>
                          </a:solidFill>
                          <a:effectLst/>
                          <a:latin typeface="Calibri" panose="020F0502020204030204" pitchFamily="34" charset="0"/>
                        </a:rPr>
                        <a:t>1</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Transaction from/to high risk countries </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800" b="1" i="0" u="none" strike="noStrike">
                        <a:solidFill>
                          <a:srgbClr val="000000"/>
                        </a:solidFill>
                        <a:effectLst/>
                        <a:latin typeface="Calibri" panose="020F0502020204030204" pitchFamily="34" charset="0"/>
                      </a:endParaRP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024225754"/>
                  </a:ext>
                </a:extLst>
              </a:tr>
              <a:tr h="168150">
                <a:tc>
                  <a:txBody>
                    <a:bodyPr/>
                    <a:lstStyle/>
                    <a:p>
                      <a:pPr algn="ctr" fontAlgn="ctr"/>
                      <a:r>
                        <a:rPr lang="en-US" sz="800" b="1" i="0" u="none" strike="noStrike">
                          <a:solidFill>
                            <a:srgbClr val="FFFFFF"/>
                          </a:solidFill>
                          <a:effectLst/>
                          <a:latin typeface="Calibri" panose="020F0502020204030204" pitchFamily="34" charset="0"/>
                        </a:rPr>
                        <a:t>2</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Transaction from tax haven, offshore jurisdiction, duty free zones</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800" b="1" i="0" u="none" strike="noStrike">
                        <a:solidFill>
                          <a:srgbClr val="000000"/>
                        </a:solidFill>
                        <a:effectLst/>
                        <a:latin typeface="Calibri" panose="020F0502020204030204" pitchFamily="34" charset="0"/>
                      </a:endParaRP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998637547"/>
                  </a:ext>
                </a:extLst>
              </a:tr>
              <a:tr h="168150">
                <a:tc>
                  <a:txBody>
                    <a:bodyPr/>
                    <a:lstStyle/>
                    <a:p>
                      <a:pPr algn="ctr" fontAlgn="ctr"/>
                      <a:r>
                        <a:rPr lang="en-US" sz="800" b="1" i="0" u="none" strike="noStrike">
                          <a:solidFill>
                            <a:srgbClr val="FFFFFF"/>
                          </a:solidFill>
                          <a:effectLst/>
                          <a:latin typeface="Calibri" panose="020F0502020204030204" pitchFamily="34" charset="0"/>
                        </a:rPr>
                        <a:t>3</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High risk Customers - Physical and Legal person  </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800" b="1" i="0" u="none" strike="noStrike">
                        <a:solidFill>
                          <a:srgbClr val="000000"/>
                        </a:solidFill>
                        <a:effectLst/>
                        <a:latin typeface="Calibri" panose="020F0502020204030204" pitchFamily="34" charset="0"/>
                      </a:endParaRP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140065233"/>
                  </a:ext>
                </a:extLst>
              </a:tr>
              <a:tr h="168150">
                <a:tc>
                  <a:txBody>
                    <a:bodyPr/>
                    <a:lstStyle/>
                    <a:p>
                      <a:pPr algn="ctr" fontAlgn="ctr"/>
                      <a:r>
                        <a:rPr lang="en-US" sz="800" b="1" i="0" u="none" strike="noStrike">
                          <a:solidFill>
                            <a:srgbClr val="FFFFFF"/>
                          </a:solidFill>
                          <a:effectLst/>
                          <a:latin typeface="Calibri" panose="020F0502020204030204" pitchFamily="34" charset="0"/>
                        </a:rPr>
                        <a:t>8</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rtl="0" fontAlgn="ctr"/>
                      <a:r>
                        <a:rPr lang="en-US" sz="800" b="0" i="0" u="none" strike="noStrike">
                          <a:solidFill>
                            <a:srgbClr val="000000"/>
                          </a:solidFill>
                          <a:effectLst/>
                          <a:latin typeface="Calibri" panose="020F0502020204030204" pitchFamily="34" charset="0"/>
                        </a:rPr>
                        <a:t>Transactions to countries of conflict or increased terrorist activity</a:t>
                      </a: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sz="800" b="1" i="0" u="none" strike="noStrike">
                        <a:solidFill>
                          <a:srgbClr val="000000"/>
                        </a:solidFill>
                        <a:effectLst/>
                        <a:latin typeface="Calibri" panose="020F0502020204030204" pitchFamily="34" charset="0"/>
                      </a:endParaRPr>
                    </a:p>
                  </a:txBody>
                  <a:tcPr marL="3737" marR="3737" marT="3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578999681"/>
                  </a:ext>
                </a:extLst>
              </a:tr>
            </a:tbl>
          </a:graphicData>
        </a:graphic>
      </p:graphicFrame>
      <p:sp>
        <p:nvSpPr>
          <p:cNvPr id="4" name="Rectangle 3">
            <a:extLst>
              <a:ext uri="{FF2B5EF4-FFF2-40B4-BE49-F238E27FC236}">
                <a16:creationId xmlns:a16="http://schemas.microsoft.com/office/drawing/2014/main" id="{0FB85A96-86E4-0BC0-FEC8-0A13BB299AC1}"/>
              </a:ext>
            </a:extLst>
          </p:cNvPr>
          <p:cNvSpPr/>
          <p:nvPr/>
        </p:nvSpPr>
        <p:spPr>
          <a:xfrm>
            <a:off x="406400" y="5040503"/>
            <a:ext cx="4300870"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1. Transaction from/to high risk countries</a:t>
            </a:r>
          </a:p>
        </p:txBody>
      </p:sp>
      <p:sp>
        <p:nvSpPr>
          <p:cNvPr id="5" name="Rectangle 4">
            <a:extLst>
              <a:ext uri="{FF2B5EF4-FFF2-40B4-BE49-F238E27FC236}">
                <a16:creationId xmlns:a16="http://schemas.microsoft.com/office/drawing/2014/main" id="{BF8B6615-296D-7C86-5C18-1DCEA306585C}"/>
              </a:ext>
            </a:extLst>
          </p:cNvPr>
          <p:cNvSpPr/>
          <p:nvPr/>
        </p:nvSpPr>
        <p:spPr>
          <a:xfrm>
            <a:off x="397304" y="5388523"/>
            <a:ext cx="4300869"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2. Transaction from /to  tax haven, offshore jurisdiction, duty free zones</a:t>
            </a:r>
          </a:p>
        </p:txBody>
      </p:sp>
      <p:sp>
        <p:nvSpPr>
          <p:cNvPr id="6" name="Rectangle 5">
            <a:extLst>
              <a:ext uri="{FF2B5EF4-FFF2-40B4-BE49-F238E27FC236}">
                <a16:creationId xmlns:a16="http://schemas.microsoft.com/office/drawing/2014/main" id="{049C67E7-3CD0-9D66-4817-B29D3E98BC12}"/>
              </a:ext>
            </a:extLst>
          </p:cNvPr>
          <p:cNvSpPr/>
          <p:nvPr/>
        </p:nvSpPr>
        <p:spPr>
          <a:xfrm>
            <a:off x="429818" y="5704338"/>
            <a:ext cx="4261104" cy="237744"/>
          </a:xfrm>
          <a:prstGeom prst="rect">
            <a:avLst/>
          </a:prstGeom>
          <a:solidFill>
            <a:schemeClr val="bg1"/>
          </a:solidFill>
          <a:ln w="6350">
            <a:solidFill>
              <a:srgbClr val="C8CAC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chemeClr val="tx2"/>
                </a:solidFill>
                <a:latin typeface="Calibri" panose="020F0502020204030204" pitchFamily="34" charset="0"/>
                <a:ea typeface="Calibri" panose="020F0502020204030204" pitchFamily="34" charset="0"/>
                <a:cs typeface="Calibri" panose="020F0502020204030204" pitchFamily="34" charset="0"/>
              </a:rPr>
              <a:t>4. Significant transactions involving cash/cheques</a:t>
            </a:r>
          </a:p>
        </p:txBody>
      </p:sp>
      <p:sp>
        <p:nvSpPr>
          <p:cNvPr id="7" name="Rectangle 6">
            <a:extLst>
              <a:ext uri="{FF2B5EF4-FFF2-40B4-BE49-F238E27FC236}">
                <a16:creationId xmlns:a16="http://schemas.microsoft.com/office/drawing/2014/main" id="{DCC7B807-2889-96D4-BB13-39C6C729301E}"/>
              </a:ext>
            </a:extLst>
          </p:cNvPr>
          <p:cNvSpPr/>
          <p:nvPr/>
        </p:nvSpPr>
        <p:spPr>
          <a:xfrm>
            <a:off x="4842038" y="5067571"/>
            <a:ext cx="2178471" cy="210676"/>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3.1 HR Geography</a:t>
            </a:r>
          </a:p>
        </p:txBody>
      </p:sp>
      <p:sp>
        <p:nvSpPr>
          <p:cNvPr id="8" name="Rectangle 7">
            <a:extLst>
              <a:ext uri="{FF2B5EF4-FFF2-40B4-BE49-F238E27FC236}">
                <a16:creationId xmlns:a16="http://schemas.microsoft.com/office/drawing/2014/main" id="{7B41D4AE-3E70-D5A0-6C3E-F54A26D1F41D}"/>
              </a:ext>
            </a:extLst>
          </p:cNvPr>
          <p:cNvSpPr/>
          <p:nvPr/>
        </p:nvSpPr>
        <p:spPr>
          <a:xfrm>
            <a:off x="7114177" y="5067133"/>
            <a:ext cx="2020884" cy="237743"/>
          </a:xfrm>
          <a:prstGeom prst="rect">
            <a:avLst/>
          </a:prstGeom>
          <a:solidFill>
            <a:srgbClr val="FFC00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5.3 CIB - HR Geography Activity</a:t>
            </a:r>
          </a:p>
        </p:txBody>
      </p:sp>
      <p:sp>
        <p:nvSpPr>
          <p:cNvPr id="9" name="Rectangle 8">
            <a:extLst>
              <a:ext uri="{FF2B5EF4-FFF2-40B4-BE49-F238E27FC236}">
                <a16:creationId xmlns:a16="http://schemas.microsoft.com/office/drawing/2014/main" id="{C9E90FED-6C67-7073-BA01-2FC5C96CE4A6}"/>
              </a:ext>
            </a:extLst>
          </p:cNvPr>
          <p:cNvSpPr/>
          <p:nvPr/>
        </p:nvSpPr>
        <p:spPr>
          <a:xfrm>
            <a:off x="4842038" y="5401370"/>
            <a:ext cx="2178471" cy="210676"/>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3.1 HR Geography</a:t>
            </a:r>
          </a:p>
        </p:txBody>
      </p:sp>
      <p:sp>
        <p:nvSpPr>
          <p:cNvPr id="10" name="Rectangle 9">
            <a:extLst>
              <a:ext uri="{FF2B5EF4-FFF2-40B4-BE49-F238E27FC236}">
                <a16:creationId xmlns:a16="http://schemas.microsoft.com/office/drawing/2014/main" id="{978CEE57-9C8E-B386-46FA-96B9D10910C2}"/>
              </a:ext>
            </a:extLst>
          </p:cNvPr>
          <p:cNvSpPr/>
          <p:nvPr/>
        </p:nvSpPr>
        <p:spPr>
          <a:xfrm>
            <a:off x="4842039" y="5732982"/>
            <a:ext cx="2201886" cy="23774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t" anchorCtr="0">
            <a:noAutofit/>
          </a:bodyPr>
          <a:lstStyle/>
          <a:p>
            <a:pPr marR="4128">
              <a:lnSpc>
                <a:spcPts val="1219"/>
              </a:lnSpc>
              <a:spcBef>
                <a:spcPts val="0"/>
              </a:spcBef>
              <a:spcAft>
                <a:spcPts val="0"/>
              </a:spcAft>
              <a:buClr>
                <a:srgbClr val="309283"/>
              </a:buClr>
            </a:pPr>
            <a:r>
              <a:rPr lang="en-US" sz="1000">
                <a:solidFill>
                  <a:srgbClr val="002663"/>
                </a:solidFill>
                <a:latin typeface="Calibri" panose="020F0502020204030204" pitchFamily="34" charset="0"/>
                <a:cs typeface="Calibri" panose="020F0502020204030204" pitchFamily="34" charset="0"/>
              </a:rPr>
              <a:t>6.6 Large Reportable Transactions</a:t>
            </a:r>
          </a:p>
        </p:txBody>
      </p:sp>
      <p:sp>
        <p:nvSpPr>
          <p:cNvPr id="11" name="Rectangle 10">
            <a:extLst>
              <a:ext uri="{FF2B5EF4-FFF2-40B4-BE49-F238E27FC236}">
                <a16:creationId xmlns:a16="http://schemas.microsoft.com/office/drawing/2014/main" id="{5F886903-A53E-0E85-B4D8-C70B08B94504}"/>
              </a:ext>
            </a:extLst>
          </p:cNvPr>
          <p:cNvSpPr/>
          <p:nvPr/>
        </p:nvSpPr>
        <p:spPr>
          <a:xfrm>
            <a:off x="9836902" y="5042281"/>
            <a:ext cx="1865072" cy="24795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2" name="Rectangle 11">
            <a:extLst>
              <a:ext uri="{FF2B5EF4-FFF2-40B4-BE49-F238E27FC236}">
                <a16:creationId xmlns:a16="http://schemas.microsoft.com/office/drawing/2014/main" id="{5615BFC3-4166-566D-7B33-A6F58998EA77}"/>
              </a:ext>
            </a:extLst>
          </p:cNvPr>
          <p:cNvSpPr/>
          <p:nvPr/>
        </p:nvSpPr>
        <p:spPr>
          <a:xfrm>
            <a:off x="9836901" y="5388523"/>
            <a:ext cx="1865072" cy="215539"/>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3" name="Rectangle 12">
            <a:extLst>
              <a:ext uri="{FF2B5EF4-FFF2-40B4-BE49-F238E27FC236}">
                <a16:creationId xmlns:a16="http://schemas.microsoft.com/office/drawing/2014/main" id="{02A6BFB7-7A91-5AC9-2E9B-FAB597FBE73C}"/>
              </a:ext>
            </a:extLst>
          </p:cNvPr>
          <p:cNvSpPr/>
          <p:nvPr/>
        </p:nvSpPr>
        <p:spPr>
          <a:xfrm>
            <a:off x="9836901" y="5709939"/>
            <a:ext cx="1865072" cy="237744"/>
          </a:xfrm>
          <a:prstGeom prst="rect">
            <a:avLst/>
          </a:prstGeom>
          <a:solidFill>
            <a:srgbClr val="92D050"/>
          </a:solidFill>
          <a:ln w="6350"/>
          <a:effectLst/>
        </p:spPr>
        <p:style>
          <a:lnRef idx="2">
            <a:schemeClr val="accent1">
              <a:shade val="50000"/>
            </a:schemeClr>
          </a:lnRef>
          <a:fillRef idx="1">
            <a:schemeClr val="accent1"/>
          </a:fillRef>
          <a:effectRef idx="0">
            <a:schemeClr val="accent1"/>
          </a:effectRef>
          <a:fontRef idx="minor">
            <a:schemeClr val="lt1"/>
          </a:fontRef>
        </p:style>
        <p:txBody>
          <a:bodyPr wrap="square" lIns="87750" tIns="43875" rIns="87750" bIns="87750" rtlCol="0" anchor="ctr" anchorCtr="0">
            <a:noAutofit/>
          </a:bodyPr>
          <a:lstStyle/>
          <a:p>
            <a:pPr marR="4128" algn="ctr">
              <a:lnSpc>
                <a:spcPts val="1219"/>
              </a:lnSpc>
              <a:spcBef>
                <a:spcPts val="0"/>
              </a:spcBef>
              <a:spcAft>
                <a:spcPts val="0"/>
              </a:spcAft>
              <a:buClr>
                <a:srgbClr val="309283"/>
              </a:buClr>
            </a:pPr>
            <a:r>
              <a:rPr lang="en-US" sz="1000" b="1">
                <a:solidFill>
                  <a:srgbClr val="002663"/>
                </a:solidFill>
                <a:latin typeface="Calibri" panose="020F0502020204030204" pitchFamily="34" charset="0"/>
                <a:cs typeface="Calibri" panose="020F0502020204030204" pitchFamily="34" charset="0"/>
              </a:rPr>
              <a:t>FULL</a:t>
            </a:r>
          </a:p>
        </p:txBody>
      </p:sp>
      <p:sp>
        <p:nvSpPr>
          <p:cNvPr id="14" name="Oval 13">
            <a:extLst>
              <a:ext uri="{FF2B5EF4-FFF2-40B4-BE49-F238E27FC236}">
                <a16:creationId xmlns:a16="http://schemas.microsoft.com/office/drawing/2014/main" id="{1B319799-FF7F-C229-183D-84CCD146BD5A}"/>
              </a:ext>
            </a:extLst>
          </p:cNvPr>
          <p:cNvSpPr/>
          <p:nvPr/>
        </p:nvSpPr>
        <p:spPr>
          <a:xfrm>
            <a:off x="264667" y="5076506"/>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2</a:t>
            </a:r>
          </a:p>
        </p:txBody>
      </p:sp>
      <p:sp>
        <p:nvSpPr>
          <p:cNvPr id="15" name="Oval 14">
            <a:extLst>
              <a:ext uri="{FF2B5EF4-FFF2-40B4-BE49-F238E27FC236}">
                <a16:creationId xmlns:a16="http://schemas.microsoft.com/office/drawing/2014/main" id="{C8BFC66A-0BD3-6F1B-DD16-D6D3D1BC0DBB}"/>
              </a:ext>
            </a:extLst>
          </p:cNvPr>
          <p:cNvSpPr/>
          <p:nvPr/>
        </p:nvSpPr>
        <p:spPr>
          <a:xfrm>
            <a:off x="264667" y="5426473"/>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3</a:t>
            </a:r>
          </a:p>
        </p:txBody>
      </p:sp>
      <p:sp>
        <p:nvSpPr>
          <p:cNvPr id="16" name="Oval 15">
            <a:extLst>
              <a:ext uri="{FF2B5EF4-FFF2-40B4-BE49-F238E27FC236}">
                <a16:creationId xmlns:a16="http://schemas.microsoft.com/office/drawing/2014/main" id="{BDAD4311-DBFA-9034-B1FF-09BA442636A0}"/>
              </a:ext>
            </a:extLst>
          </p:cNvPr>
          <p:cNvSpPr/>
          <p:nvPr/>
        </p:nvSpPr>
        <p:spPr>
          <a:xfrm>
            <a:off x="264667" y="5763231"/>
            <a:ext cx="174676" cy="177293"/>
          </a:xfrm>
          <a:prstGeom prst="ellipse">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a:solidFill>
                  <a:schemeClr val="tx1"/>
                </a:solidFill>
              </a:rPr>
              <a:t>8</a:t>
            </a:r>
          </a:p>
        </p:txBody>
      </p:sp>
    </p:spTree>
    <p:extLst>
      <p:ext uri="{BB962C8B-B14F-4D97-AF65-F5344CB8AC3E}">
        <p14:creationId xmlns:p14="http://schemas.microsoft.com/office/powerpoint/2010/main" val="1742538870"/>
      </p:ext>
    </p:extLst>
  </p:cSld>
  <p:clrMapOvr>
    <a:masterClrMapping/>
  </p:clrMapOvr>
</p:sld>
</file>

<file path=ppt/theme/theme1.xml><?xml version="1.0" encoding="utf-8"?>
<a:theme xmlns:a="http://schemas.openxmlformats.org/drawingml/2006/main" name="FINAL TEMPLATE">
  <a:themeElements>
    <a:clrScheme name="New Theme">
      <a:dk1>
        <a:srgbClr val="000000"/>
      </a:dk1>
      <a:lt1>
        <a:srgbClr val="FFFFFF"/>
      </a:lt1>
      <a:dk2>
        <a:srgbClr val="002663"/>
      </a:dk2>
      <a:lt2>
        <a:srgbClr val="DFE0DF"/>
      </a:lt2>
      <a:accent1>
        <a:srgbClr val="0949DA"/>
      </a:accent1>
      <a:accent2>
        <a:srgbClr val="009C97"/>
      </a:accent2>
      <a:accent3>
        <a:srgbClr val="ED8A00"/>
      </a:accent3>
      <a:accent4>
        <a:srgbClr val="FECC00"/>
      </a:accent4>
      <a:accent5>
        <a:srgbClr val="C81814"/>
      </a:accent5>
      <a:accent6>
        <a:srgbClr val="4E2095"/>
      </a:accent6>
      <a:hlink>
        <a:srgbClr val="78BD20"/>
      </a:hlink>
      <a:folHlink>
        <a:srgbClr val="73757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plate  -  Read-Only.potx  -  Read-Only" id="{1F7E7D0D-6B44-4B50-8463-A79346E75CA1}" vid="{B29DF99F-E9B0-4B94-A1AE-3D8ADE2EC2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3ca0989-95be-4ced-898a-49e93bd30464">
      <Terms xmlns="http://schemas.microsoft.com/office/infopath/2007/PartnerControls"/>
    </lcf76f155ced4ddcb4097134ff3c332f>
    <TaxCatchAll xmlns="13977074-a5c5-42dc-a36f-f6131a582edd" xsi:nil="true"/>
  </documentManagement>
</p:properties>
</file>

<file path=customXml/item2.xml><?xml version="1.0" encoding="utf-8"?>
<LongProperties xmlns="http://schemas.microsoft.com/office/2006/metadata/long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059D1AAA4882014CBBBA2D2E10BDC47D" ma:contentTypeVersion="19" ma:contentTypeDescription="Create a new document." ma:contentTypeScope="" ma:versionID="4a0284414265c0d15d4f70f9ca17f92d">
  <xsd:schema xmlns:xsd="http://www.w3.org/2001/XMLSchema" xmlns:xs="http://www.w3.org/2001/XMLSchema" xmlns:p="http://schemas.microsoft.com/office/2006/metadata/properties" xmlns:ns2="e3ca0989-95be-4ced-898a-49e93bd30464" xmlns:ns3="13977074-a5c5-42dc-a36f-f6131a582edd" targetNamespace="http://schemas.microsoft.com/office/2006/metadata/properties" ma:root="true" ma:fieldsID="ac7df31e5fa7170b9257bcfebba69479" ns2:_="" ns3:_="">
    <xsd:import namespace="e3ca0989-95be-4ced-898a-49e93bd30464"/>
    <xsd:import namespace="13977074-a5c5-42dc-a36f-f6131a582ed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CR"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ca0989-95be-4ced-898a-49e93bd304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3977074-a5c5-42dc-a36f-f6131a582ed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dd3166-f666-4b88-944c-542bd0c617bc}" ma:internalName="TaxCatchAll" ma:showField="CatchAllData" ma:web="13977074-a5c5-42dc-a36f-f6131a582edd">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192277-33DA-4473-B29F-DE56C3A5CC2E}">
  <ds:schemaRefs>
    <ds:schemaRef ds:uri="13977074-a5c5-42dc-a36f-f6131a582edd"/>
    <ds:schemaRef ds:uri="e3ca0989-95be-4ced-898a-49e93bd3046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CC7A514-60BD-41FE-962C-E2643D3F5AE7}">
  <ds:schemaRefs>
    <ds:schemaRef ds:uri="http://schemas.microsoft.com/office/2006/metadata/longProperties"/>
  </ds:schemaRefs>
</ds:datastoreItem>
</file>

<file path=customXml/itemProps3.xml><?xml version="1.0" encoding="utf-8"?>
<ds:datastoreItem xmlns:ds="http://schemas.openxmlformats.org/officeDocument/2006/customXml" ds:itemID="{2CC5BF0A-9FC2-4FA8-863C-B34DC3E38FEE}">
  <ds:schemaRefs>
    <ds:schemaRef ds:uri="http://schemas.microsoft.com/sharepoint/v3/contenttype/forms"/>
  </ds:schemaRefs>
</ds:datastoreItem>
</file>

<file path=customXml/itemProps4.xml><?xml version="1.0" encoding="utf-8"?>
<ds:datastoreItem xmlns:ds="http://schemas.openxmlformats.org/officeDocument/2006/customXml" ds:itemID="{89D74676-3C97-43EB-AECF-D9974323A749}"/>
</file>

<file path=docProps/app.xml><?xml version="1.0" encoding="utf-8"?>
<Properties xmlns="http://schemas.openxmlformats.org/officeDocument/2006/extended-properties" xmlns:vt="http://schemas.openxmlformats.org/officeDocument/2006/docPropsVTypes">
  <Template>template </Template>
  <TotalTime>2035</TotalTime>
  <Words>3556</Words>
  <Application>Microsoft Office PowerPoint</Application>
  <PresentationFormat>Widescreen</PresentationFormat>
  <Paragraphs>472</Paragraphs>
  <Slides>17</Slides>
  <Notes>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17</vt:i4>
      </vt:variant>
    </vt:vector>
  </HeadingPairs>
  <TitlesOfParts>
    <vt:vector size="27" baseType="lpstr">
      <vt:lpstr>Arial</vt:lpstr>
      <vt:lpstr>Calibri</vt:lpstr>
      <vt:lpstr>Courier New</vt:lpstr>
      <vt:lpstr>System Font Regular</vt:lpstr>
      <vt:lpstr>UniCredit</vt:lpstr>
      <vt:lpstr>Wingdings</vt:lpstr>
      <vt:lpstr>Wingdings 2</vt:lpstr>
      <vt:lpstr>FINAL TEMPLATE</vt:lpstr>
      <vt:lpstr>Worksheet</vt:lpstr>
      <vt:lpstr>Microsoft Excel Worksheet</vt:lpstr>
      <vt:lpstr>Risk Typologies and Coverage Analysis – Outcomes  for UC CZ  Siron Replacement project </vt:lpstr>
      <vt:lpstr>PowerPoint Presentation</vt:lpstr>
      <vt:lpstr>PowerPoint Presentation</vt:lpstr>
      <vt:lpstr>PowerPoint Presentation</vt:lpstr>
      <vt:lpstr>PowerPoint Presentation</vt:lpstr>
      <vt:lpstr>PowerPoint Presentation</vt:lpstr>
      <vt:lpstr>PowerPoint Presentation</vt:lpstr>
      <vt:lpstr>Annex 1 – Summary of Mantas Scenarios</vt:lpstr>
      <vt:lpstr>PowerPoint Presentation</vt:lpstr>
      <vt:lpstr>PowerPoint Presentation</vt:lpstr>
      <vt:lpstr>PowerPoint Presentation</vt:lpstr>
      <vt:lpstr>PowerPoint Presentation</vt:lpstr>
      <vt:lpstr>PowerPoint Presentation</vt:lpstr>
      <vt:lpstr>Annex 2 – Questionnaire &amp; Scenario mapping </vt:lpstr>
      <vt:lpstr>PowerPoint Presentation</vt:lpstr>
      <vt:lpstr>Annex 3 – Focus on UC Factoring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Marco Damiano Colucci</dc:creator>
  <cp:lastModifiedBy>Marasco, Francesco</cp:lastModifiedBy>
  <cp:revision>1</cp:revision>
  <cp:lastPrinted>2018-01-30T22:42:21Z</cp:lastPrinted>
  <dcterms:created xsi:type="dcterms:W3CDTF">2021-10-28T18:20:49Z</dcterms:created>
  <dcterms:modified xsi:type="dcterms:W3CDTF">2024-10-25T16:04:33Z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Show on Main Page">
    <vt:lpwstr>1</vt:lpwstr>
  </property>
  <property fmtid="{D5CDD505-2E9C-101B-9397-08002B2CF9AE}" pid="4" name="ContentTypeId">
    <vt:lpwstr>0x010100059D1AAA4882014CBBBA2D2E10BDC47D</vt:lpwstr>
  </property>
  <property fmtid="{D5CDD505-2E9C-101B-9397-08002B2CF9AE}" pid="5" name="MSIP_Label_29db9e61-aac5-4f6e-805d-ceb8cb9983a1_Enabled">
    <vt:lpwstr>true</vt:lpwstr>
  </property>
  <property fmtid="{D5CDD505-2E9C-101B-9397-08002B2CF9AE}" pid="6" name="MSIP_Label_29db9e61-aac5-4f6e-805d-ceb8cb9983a1_SetDate">
    <vt:lpwstr>2023-02-03T08:47:46Z</vt:lpwstr>
  </property>
  <property fmtid="{D5CDD505-2E9C-101B-9397-08002B2CF9AE}" pid="7" name="MSIP_Label_29db9e61-aac5-4f6e-805d-ceb8cb9983a1_Method">
    <vt:lpwstr>Standard</vt:lpwstr>
  </property>
  <property fmtid="{D5CDD505-2E9C-101B-9397-08002B2CF9AE}" pid="8" name="MSIP_Label_29db9e61-aac5-4f6e-805d-ceb8cb9983a1_Name">
    <vt:lpwstr>UniCredit - Internal Use Only - no visual markings</vt:lpwstr>
  </property>
  <property fmtid="{D5CDD505-2E9C-101B-9397-08002B2CF9AE}" pid="9" name="MSIP_Label_29db9e61-aac5-4f6e-805d-ceb8cb9983a1_SiteId">
    <vt:lpwstr>2cc49ce9-66a1-41ac-a96b-bdc54247696a</vt:lpwstr>
  </property>
  <property fmtid="{D5CDD505-2E9C-101B-9397-08002B2CF9AE}" pid="10" name="MSIP_Label_29db9e61-aac5-4f6e-805d-ceb8cb9983a1_ActionId">
    <vt:lpwstr>311ce9cc-d26c-441a-accd-5a464f0ff851</vt:lpwstr>
  </property>
  <property fmtid="{D5CDD505-2E9C-101B-9397-08002B2CF9AE}" pid="11" name="MSIP_Label_29db9e61-aac5-4f6e-805d-ceb8cb9983a1_ContentBits">
    <vt:lpwstr>0</vt:lpwstr>
  </property>
  <property fmtid="{D5CDD505-2E9C-101B-9397-08002B2CF9AE}" pid="12" name="MediaServiceImageTags">
    <vt:lpwstr/>
  </property>
  <property fmtid="{D5CDD505-2E9C-101B-9397-08002B2CF9AE}" pid="13" name="CanbesharedwithClient?">
    <vt:bool>false</vt:bool>
  </property>
</Properties>
</file>